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B3A53"/>
          </a:solidFill>
          <a:ln w="12700">
            <a:solidFill>
              <a:srgbClr val="0B3A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📱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6217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DE REVISÃO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576072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8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 de Aplicações Móveis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8E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Linguagens mobile • Armazenamento • Banco de dados • CRUD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06640" y="1078992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417320"/>
            <a:ext cx="6400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32520" y="1344168"/>
            <a:ext cx="18288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05672" y="140817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26680" y="1965960"/>
            <a:ext cx="685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Turma: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32520" y="1892808"/>
            <a:ext cx="18288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05672" y="195681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26680" y="2514600"/>
            <a:ext cx="6400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32520" y="2441448"/>
            <a:ext cx="18288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05672" y="250545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726680" y="3090672"/>
            <a:ext cx="26517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preencher os slides, justificar escolhas e revisar para a prova de recuperação.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577840"/>
            <a:ext cx="5303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2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editável para ser preenchido em dupla ou grupo.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preencher esta atividade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365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389888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Leia a situação antes de responder.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26060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questões foram criadas para revisar o que pode aparecer na prova: linguagem, armazenamento, banco e operações.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14300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353312"/>
            <a:ext cx="365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148072" y="1389888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Preencha as áreas brancas.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36592" y="1938528"/>
            <a:ext cx="26060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apague o enunciado. Escreva respostas curtas, mas com justificativa quando a questão pedir.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02752" y="114300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1353312"/>
            <a:ext cx="3657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70264" y="1389888"/>
            <a:ext cx="21488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Entregue o arquivo editado.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58784" y="1938528"/>
            <a:ext cx="260604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grupo deve revisar as respostas antes de entregar. A nota considera correção, organização e justificativa.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3434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D8EEFF"/>
          </a:solidFill>
          <a:ln w="12700">
            <a:solidFill>
              <a:srgbClr val="D8EE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4434840"/>
            <a:ext cx="1453896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Dupla ou grupo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36592" y="4343400"/>
            <a:ext cx="1874520" cy="384048"/>
          </a:xfrm>
          <a:prstGeom prst="roundRect">
            <a:avLst>
              <a:gd name="adj" fmla="val 19048"/>
            </a:avLst>
          </a:prstGeom>
          <a:solidFill>
            <a:srgbClr val="D8EEFF"/>
          </a:solidFill>
          <a:ln w="12700">
            <a:solidFill>
              <a:srgbClr val="D8E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4434840"/>
            <a:ext cx="1728216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no slide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558784" y="434340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D8EEFF"/>
          </a:solidFill>
          <a:ln w="12700">
            <a:solidFill>
              <a:srgbClr val="D8E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4434840"/>
            <a:ext cx="2139696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copiar resposta pronta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2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Aquecimento: mapa rápido do conteúdo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78408"/>
            <a:ext cx="80467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o mapa com palavras-chave. Use frases curtas.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880360" cy="43434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Linguagens mobile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24528" y="1417320"/>
            <a:ext cx="2880360" cy="43434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5696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Armazenamento de dados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71816" y="1417320"/>
            <a:ext cx="2880360" cy="43434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2984" y="1664208"/>
            <a:ext cx="24688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Banco de dados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6243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688336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5840" y="3246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31012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950208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 para: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" y="42519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31596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53128" y="2331720"/>
            <a:ext cx="914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53128" y="26243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688336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53128" y="3246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31012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453128" y="3950208"/>
            <a:ext cx="1554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usar banco?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53128" y="42519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31596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900416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Conceitos: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00416" y="2624328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2688336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900416" y="3246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73568" y="331012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900416" y="3950208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Operações: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00416" y="425196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73568" y="4315968"/>
            <a:ext cx="2185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3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1: escolha a linguagem adequada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78408"/>
            <a:ext cx="8412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Preencha Kotlin, Swift ou Multiplataforma. Depois justifique em uma frase.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0704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81912"/>
            <a:ext cx="41148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Aplicativo exclusivo para Android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57800" y="1563624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0952" y="16276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Linguagem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79792" y="1563624"/>
            <a:ext cx="3611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52944" y="1627632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Justificativa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404872"/>
            <a:ext cx="1060704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69464"/>
            <a:ext cx="41148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Aplicativo exclusivo para iPhone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57800" y="2551176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6151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Linguagem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479792" y="2551176"/>
            <a:ext cx="3611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2615184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Justificativa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392424"/>
            <a:ext cx="10607040" cy="868680"/>
          </a:xfrm>
          <a:prstGeom prst="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57016"/>
            <a:ext cx="41148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App para Android e iOS com reaproveitamento de código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257800" y="3538728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0952" y="360273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Linguagem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79792" y="3538728"/>
            <a:ext cx="3611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3602736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Justificativa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4379976"/>
            <a:ext cx="1060704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544568"/>
            <a:ext cx="41148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App Android com acesso a câmera, GPS e banco local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257800" y="45262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0952" y="459028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Linguagem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79792" y="4526280"/>
            <a:ext cx="36118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2944" y="459028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Justificativa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562356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FFF3C4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788152"/>
            <a:ext cx="97840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Dica: Kotlin costuma aparecer ligado ao Android. Swift costuma aparecer ligado ao iOS.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4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2: onde salvar cada informação?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Relacione cada informação ao armazenamento mais adequado: Memória, Preferências, Arquivo ou Banco de dados.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6420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Tema escuro ativado pelo usuário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87368" y="164592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70992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Foto de perfil do usuário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087368" y="265176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27157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352044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67588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Lista de alunos cadastrados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87368" y="365760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37216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452628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68172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Texto digitado antes de salvar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87368" y="466344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472744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44768" y="150876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66420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Produtos de um estoque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454896" y="164592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28048" y="170992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251460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Idioma escolhido no aplicativo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54896" y="265176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271576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44768" y="352044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67588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Histórico de mensalidades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454896" y="365760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8048" y="372160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44768" y="4526280"/>
            <a:ext cx="51206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681728"/>
            <a:ext cx="2971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Imagem anexada em uma ocorrência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454896" y="4663440"/>
            <a:ext cx="153619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28048" y="4727448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Tipo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5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3: situação-problema — aplicativo da escola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42416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escola precisa de um aplicativo Android para cadastrar alunos, cursos e mensalidades. Os dados devem continuar salvos após fechar o aplicativo.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4754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Qual linguagem pode ser usada?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075688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2715768"/>
            <a:ext cx="4754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Por que variáveis em memória não resolvem?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3035808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099816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3739896"/>
            <a:ext cx="4754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Qual tipo de armazenamento é mais indicado?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059936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4123944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4764024"/>
            <a:ext cx="47548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Quais dados precisam ser cadastrados?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084064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5148072"/>
            <a:ext cx="4974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92240" y="1691640"/>
            <a:ext cx="4526280" cy="4133088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938528"/>
            <a:ext cx="2103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Esboço do app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784848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Desenhe ou descreva as telas principais do aplicativo.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84848" y="278892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85292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Tela de cadastro / lista / detalhes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4: modelagem do banco de dados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9601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Defina as tabelas necessárias para o aplicativo da escola. Pense em entidades separadas.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Tabela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 da tabela: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48716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55117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3438144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35021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Ex.: id, nome...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4645152"/>
            <a:ext cx="1417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Chave primária: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491947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98348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26280" y="1417320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7448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Tabela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 da tabela: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48716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55117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38144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5021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Ex.: id, nome...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4645152"/>
            <a:ext cx="1417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Chave primária: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91947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498348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75320" y="1417320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6488" y="166420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Tabela 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0" y="2176272"/>
            <a:ext cx="1280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 da tabela: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2487168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77072" y="2551176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0392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3438144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77072" y="3502152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Ex.: id, nome...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03920" y="4645152"/>
            <a:ext cx="1417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Chave primária: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4919472"/>
            <a:ext cx="27889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77072" y="4983480"/>
            <a:ext cx="2642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7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5: CRUD na prática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9601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ação do aplicativo, marque a operação CRUD correspondente e escreva um exemplo.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563624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Cadastrar um novo aluno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45336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60934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CRUD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89320" y="1545336"/>
            <a:ext cx="5029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1609344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Exemplo completo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77240" y="2377440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23744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Listar alunos ativos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2505456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256946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CRUD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2505456"/>
            <a:ext cx="5029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2569464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Exemplo completo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77240" y="3337560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Alterar curso de um aluno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465576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352958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CRUD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89320" y="3465576"/>
            <a:ext cx="5029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2472" y="3529584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Exemplo completo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77240" y="4297680"/>
            <a:ext cx="106070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443984"/>
            <a:ext cx="3200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Excluir uma mensalidade lançada errado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43400" y="4425696"/>
            <a:ext cx="141732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16552" y="4489704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CRUD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89320" y="4425696"/>
            <a:ext cx="50292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4489704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Exemplo completo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5596128"/>
            <a:ext cx="10607040" cy="457200"/>
          </a:xfrm>
          <a:prstGeom prst="roundRect">
            <a:avLst>
              <a:gd name="adj" fmla="val 16000"/>
            </a:avLst>
          </a:prstGeom>
          <a:solidFill>
            <a:srgbClr val="E8F7F6"/>
          </a:solidFill>
          <a:ln w="12700">
            <a:solidFill>
              <a:srgbClr val="BFE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742432"/>
            <a:ext cx="98755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Lembrete: CRUD = Create, Read, Update, Delete.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8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6: identificando partes do código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9875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o trecho em Kotlin e identifique tabela, chave primária, campos e operações.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37360"/>
            <a:ext cx="4846320" cy="3794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@Entity(tableName = "alunos")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class Aluno(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@PrimaryKey(autoGenerate = true)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id: Int = 0,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nome: String,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curso: String,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 ativo: Boolean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AlunoDao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@Insert fun inserir(aluno: Aluno)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@Query("SELECT * FROM alunos") fun listar(): List&lt;Aluno&gt;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@Update fun atualizar(aluno: Aluno)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@Delete fun excluir(aluno: Aluno)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 da tabela: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0" y="1380744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4447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0" y="2176272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Chave primária: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0" y="2139696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9952" y="2203704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83680" y="2935224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Campos principais: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0" y="2898648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2962656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83680" y="3694176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de consulta: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365760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3721608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583680" y="4453128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Operação de exclusão: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0" y="4416552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9952" y="4480560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9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7: simulação de banco de dados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86868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tabela abaixo e execute mentalmente as operações solicitadas.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94360" cy="411480"/>
          </a:xfrm>
          <a:prstGeom prst="rect">
            <a:avLst>
              <a:gd name="adj" fmla="val 17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45336"/>
            <a:ext cx="521208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1371600" y="1417320"/>
            <a:ext cx="2011680" cy="411480"/>
          </a:xfrm>
          <a:prstGeom prst="rect">
            <a:avLst>
              <a:gd name="adj" fmla="val 17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08176" y="1545336"/>
            <a:ext cx="1938528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1828800" cy="411480"/>
          </a:xfrm>
          <a:prstGeom prst="rect">
            <a:avLst>
              <a:gd name="adj" fmla="val 17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545336"/>
            <a:ext cx="1755648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212080" y="1417320"/>
            <a:ext cx="1508760" cy="411480"/>
          </a:xfrm>
          <a:prstGeom prst="rect">
            <a:avLst>
              <a:gd name="adj" fmla="val 17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1545336"/>
            <a:ext cx="1435608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Situação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1280160" cy="411480"/>
          </a:xfrm>
          <a:prstGeom prst="rect">
            <a:avLst>
              <a:gd name="adj" fmla="val 17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1545336"/>
            <a:ext cx="1207008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Mensalidade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7240" y="1828800"/>
            <a:ext cx="59436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1947672"/>
            <a:ext cx="5029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71600" y="1828800"/>
            <a:ext cx="201168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1947672"/>
            <a:ext cx="19202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1828800"/>
            <a:ext cx="182880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947672"/>
            <a:ext cx="173736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0" y="1828800"/>
            <a:ext cx="150876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947672"/>
            <a:ext cx="14173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1828800"/>
            <a:ext cx="128016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947672"/>
            <a:ext cx="1188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2240280"/>
            <a:ext cx="59436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359152"/>
            <a:ext cx="5029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371600" y="2240280"/>
            <a:ext cx="201168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2359152"/>
            <a:ext cx="19202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Carlos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2240280"/>
            <a:ext cx="18288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2359152"/>
            <a:ext cx="173736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12080" y="2240280"/>
            <a:ext cx="150876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359152"/>
            <a:ext cx="14173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20840" y="2240280"/>
            <a:ext cx="128016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2359152"/>
            <a:ext cx="1188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Pendente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" y="2651760"/>
            <a:ext cx="59436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2770632"/>
            <a:ext cx="5029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71600" y="2651760"/>
            <a:ext cx="201168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2770632"/>
            <a:ext cx="192024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Bianca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83280" y="2651760"/>
            <a:ext cx="182880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770632"/>
            <a:ext cx="173736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212080" y="2651760"/>
            <a:ext cx="150876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2770632"/>
            <a:ext cx="14173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Inativa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20840" y="2651760"/>
            <a:ext cx="1280160" cy="411480"/>
          </a:xfrm>
          <a:prstGeom prst="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2770632"/>
            <a:ext cx="1188720" cy="1280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68680" y="3246120"/>
            <a:ext cx="438912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Cadastrar o aluno Lucas no curso Mobile.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5394960" y="3200400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68112" y="3264408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Resultado / operação CRUD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68680" y="3867912"/>
            <a:ext cx="438912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Consultar somente alunos ativos.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394960" y="3822192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3886200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Resultado / operação CRUD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68680" y="4489704"/>
            <a:ext cx="438912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Atualizar a mensalidade de Carlos para Paga.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5394960" y="4443984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4507992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Resultado / operação CRUD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68680" y="5111496"/>
            <a:ext cx="4389120" cy="2103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Excluir o registro de Bianca.</a:t>
            </a:r>
            <a:endParaRPr lang="en-US" sz="1220" dirty="0"/>
          </a:p>
        </p:txBody>
      </p:sp>
      <p:sp>
        <p:nvSpPr>
          <p:cNvPr id="56" name="Shape 54"/>
          <p:cNvSpPr/>
          <p:nvPr/>
        </p:nvSpPr>
        <p:spPr>
          <a:xfrm>
            <a:off x="5394960" y="5065776"/>
            <a:ext cx="53949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68112" y="5129784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Resultado / operação CRUD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10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Desafio final: aplicativo de biblioteca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4241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Crie o planejamento de um app Android para controlar empréstimos de livros. Os dados não podem ser perdidos ao fechar o app.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28216"/>
            <a:ext cx="4480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Linguagem indicada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41832" y="2103120"/>
            <a:ext cx="45902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216712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145536"/>
            <a:ext cx="4480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 de armazenamento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1832" y="3520440"/>
            <a:ext cx="45902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58444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77240" y="443484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4562856"/>
            <a:ext cx="4480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Tabelas necessárias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" y="4937760"/>
            <a:ext cx="45902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500176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44768" y="160020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728216"/>
            <a:ext cx="4480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Campos principais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2103120"/>
            <a:ext cx="45902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16712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44768" y="301752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145536"/>
            <a:ext cx="4480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Chaves primárias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520440"/>
            <a:ext cx="45902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58444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4434840"/>
            <a:ext cx="4983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562856"/>
            <a:ext cx="4480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Exemplos de CRUD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937760"/>
            <a:ext cx="459028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500176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Resposta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11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entrega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772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entregar, marque o que foi concluído.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20040" cy="320040"/>
          </a:xfrm>
          <a:prstGeom prst="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453896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os integrantes preencheram nome e turma.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075688"/>
            <a:ext cx="320040" cy="320040"/>
          </a:xfrm>
          <a:prstGeom prst="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112264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tecnologias foram escolhidas corretamente.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734056"/>
            <a:ext cx="320040" cy="320040"/>
          </a:xfrm>
          <a:prstGeom prst="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770632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justificativas foram escritas com clareza.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392424"/>
            <a:ext cx="320040" cy="320040"/>
          </a:xfrm>
          <a:prstGeom prst="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429000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tabelas possuem campos e chave primária.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4050792"/>
            <a:ext cx="320040" cy="320040"/>
          </a:xfrm>
          <a:prstGeom prst="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5880" y="4087368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operações CRUD foram identificadas.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320040" cy="320040"/>
          </a:xfrm>
          <a:prstGeom prst="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745736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arquivo foi salvo com o nome do grupo.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89520" y="1417320"/>
            <a:ext cx="347472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E88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Autoavaliação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818120" y="2212848"/>
            <a:ext cx="274320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0 a 10, que nota o grupo daria para a própria atividade?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818120" y="2816352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91272" y="2880360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Nota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8181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ainda precisa revisar para a prova?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18120" y="397764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4041648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Conteúdo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12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Critérios de avaliação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464040" y="256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2F0FF"/>
                </a:solidFill>
              </a:rPr>
              <a:t>Revisão para recuperação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7772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esta rubrica para orientar o preenchimento.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1060704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9344"/>
            <a:ext cx="21031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Linguagens mobile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46120" y="1609344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Kotlin, Swift e uso por plataforma.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738360" y="1609344"/>
            <a:ext cx="731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1060704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359152"/>
            <a:ext cx="21031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Armazenamento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2359152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 memória, preferências, arquivos e banco.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9738360" y="2359152"/>
            <a:ext cx="731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2944368"/>
            <a:ext cx="1060704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108960"/>
            <a:ext cx="21031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de dados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46120" y="3108960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tabelas, campos e chave primária.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738360" y="3108960"/>
            <a:ext cx="731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3694176"/>
            <a:ext cx="1060704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858768"/>
            <a:ext cx="21031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46120" y="3858768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 ações do app com Create, Read, Update e Delete.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738360" y="3858768"/>
            <a:ext cx="731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443984"/>
            <a:ext cx="10607040" cy="713232"/>
          </a:xfrm>
          <a:prstGeom prst="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608576"/>
            <a:ext cx="21031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Organização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46120" y="4608576"/>
            <a:ext cx="5760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Respostas claras, completas e arquivo organizado.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738360" y="4608576"/>
            <a:ext cx="7315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7240" y="5504688"/>
            <a:ext cx="10607040" cy="566928"/>
          </a:xfrm>
          <a:prstGeom prst="roundRect">
            <a:avLst>
              <a:gd name="adj" fmla="val 12903"/>
            </a:avLst>
          </a:prstGeom>
          <a:solidFill>
            <a:srgbClr val="D8EEFF"/>
          </a:solidFill>
          <a:ln w="12700">
            <a:solidFill>
              <a:srgbClr val="BFE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5687568"/>
            <a:ext cx="98755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1 arquivo por grupo, com todos os slides preenchidos.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770"/>
                </a:solidFill>
              </a:rPr>
              <a:t>Slide 13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" y="6437376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Ponto de 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Revisão Mobile e Banco de Dados</dc:title>
  <dc:subject>Atividade de revisão - Desenvolvimento de Aplicações Móveis</dc:subject>
  <dc:creator>Ponto de Formação</dc:creator>
  <cp:lastModifiedBy>Ponto de Formação</cp:lastModifiedBy>
  <cp:revision>1</cp:revision>
  <dcterms:created xsi:type="dcterms:W3CDTF">2026-07-30T14:49:33Z</dcterms:created>
  <dcterms:modified xsi:type="dcterms:W3CDTF">2026-07-30T14:49:33Z</dcterms:modified>
</cp:coreProperties>
</file>