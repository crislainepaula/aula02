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76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B8D"/>
                </a:solidFill>
              </a:rPr>
              <a:t>ATIVIDADE DE PREENCHIMENTO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78992"/>
            <a:ext cx="6583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Conjunto de dados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Qualidade e labeling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24505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676"/>
                </a:solidFill>
              </a:rPr>
              <a:t>Aprendizado supervisionado • Pipeline de Machine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5257800"/>
            <a:ext cx="47548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E2E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Técnico em Desenvolvimento de Sistemas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 6 • Aula 2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Duração: 50 minutos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52360" y="1143000"/>
            <a:ext cx="3474720" cy="1371600"/>
          </a:xfrm>
          <a:prstGeom prst="rect">
            <a:avLst/>
          </a:prstGeom>
          <a:solidFill>
            <a:srgbClr val="1666A6"/>
          </a:solidFill>
          <a:ln>
            <a:solidFill>
              <a:srgbClr val="1666A6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Dados bons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geram modelos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mais confiáveis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72084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24A"/>
                </a:solidFill>
              </a:rPr>
              <a:t>Dataset → limpeza → labeling → treino → validação → teste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03720" y="3749040"/>
            <a:ext cx="4206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8B8D"/>
                </a:solidFill>
              </a:rPr>
              <a:t>preencher • discutir • registrar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atividade funciona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Preencha no próprio slide ou use como folha projetada.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005840" cy="292608"/>
          </a:xfrm>
          <a:prstGeom prst="rect">
            <a:avLst/>
          </a:prstGeom>
          <a:solidFill>
            <a:srgbClr val="1666A6"/>
          </a:solidFill>
          <a:ln>
            <a:solidFill>
              <a:srgbClr val="1666A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Roteiro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064240" cy="777240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Organização: duplas. Tempo total sugerido: 50 minutos.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montar um mini-pipeline de ML pensando na qualidade dos dados antes do modelo.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33375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EE1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Escolha um problema realista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prever evasão, classificar comentários, identificar risco ou organizar cadastros.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2743200"/>
            <a:ext cx="33375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EE1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Pense nos dados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dados ajudam? Quais atrapalham? De onde eles viriam?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75320" y="2743200"/>
            <a:ext cx="28803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EE1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Prepare e rotule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Corrija problemas, defina rótulos e evite critérios confusos.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4160520"/>
            <a:ext cx="34747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EE1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Divida e avalie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Separe treino, validação e teste para medir se o modelo funciona em dados novos.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4160520"/>
            <a:ext cx="34747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EE1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Entregue o registro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final, cada dupla terá um plano de dataset com cuidados de qualidade e labeling.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1 — O problema manda nos dados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coletar dados, defina exatamente o que o modelo deve aprender.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91440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10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064240" cy="594360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Escolham um projeto de ML supervisionado. O modelo precisa aprender com exemplos já classificados ou com respostas conhecidas.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53035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 do projeto
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6172200" y="2423160"/>
            <a:ext cx="534924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problema queremos resolver?
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53035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fará previsão, classificação ou recomendação? Justifique.
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172200" y="3429000"/>
            <a:ext cx="534924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será a resposta correta que o modelo precisa aprender?
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94360" y="4709160"/>
            <a:ext cx="53035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usaria esse modelo na prática?
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172200" y="4709160"/>
            <a:ext cx="5349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decisão esse modelo ajudaria a tomar?
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2 — Complete o pipeline de ML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as etapas do projeto na ordem correta.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5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064240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Preencha os espaços com a função de cada etapa. Depois, marque qual etapa parece mais crítica para a qualidade do modelo.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29184" cy="329184"/>
          </a:xfrm>
          <a:prstGeom prst="rect">
            <a:avLst/>
          </a:prstGeom>
          <a:solidFill>
            <a:srgbClr val="1666A6"/>
          </a:solidFill>
          <a:ln w="10160">
            <a:solidFill>
              <a:srgbClr val="166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4712" y="2423160"/>
            <a:ext cx="306324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E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Coleta de dados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dados entram?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Função: ____________________________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07992" y="2423160"/>
            <a:ext cx="329184" cy="329184"/>
          </a:xfrm>
          <a:prstGeom prst="rect">
            <a:avLst/>
          </a:prstGeom>
          <a:solidFill>
            <a:srgbClr val="1666A6"/>
          </a:solidFill>
          <a:ln w="10160">
            <a:solidFill>
              <a:srgbClr val="166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46904" y="2423160"/>
            <a:ext cx="306324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E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Limpeza e preparação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corrigir?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Função: ____________________________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30184" y="2423160"/>
            <a:ext cx="329184" cy="329184"/>
          </a:xfrm>
          <a:prstGeom prst="rect">
            <a:avLst/>
          </a:prstGeom>
          <a:solidFill>
            <a:srgbClr val="1666A6"/>
          </a:solidFill>
          <a:ln w="10160">
            <a:solidFill>
              <a:srgbClr val="166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69096" y="2423160"/>
            <a:ext cx="306324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E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Labeling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é o rótulo?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Função: ____________________________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85800" y="4160520"/>
            <a:ext cx="329184" cy="329184"/>
          </a:xfrm>
          <a:prstGeom prst="rect">
            <a:avLst/>
          </a:prstGeom>
          <a:solidFill>
            <a:srgbClr val="1666A6"/>
          </a:solidFill>
          <a:ln w="10160">
            <a:solidFill>
              <a:srgbClr val="166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4712" y="4160520"/>
            <a:ext cx="306324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E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Divisão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Treino/validação/teste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Função: ____________________________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507992" y="4160520"/>
            <a:ext cx="329184" cy="329184"/>
          </a:xfrm>
          <a:prstGeom prst="rect">
            <a:avLst/>
          </a:prstGeom>
          <a:solidFill>
            <a:srgbClr val="1666A6"/>
          </a:solidFill>
          <a:ln w="10160">
            <a:solidFill>
              <a:srgbClr val="166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46904" y="4160520"/>
            <a:ext cx="306324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E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Treinamento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o modelo aprende?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Função: ____________________________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330184" y="4160520"/>
            <a:ext cx="329184" cy="329184"/>
          </a:xfrm>
          <a:prstGeom prst="rect">
            <a:avLst/>
          </a:prstGeom>
          <a:solidFill>
            <a:srgbClr val="1666A6"/>
          </a:solidFill>
          <a:ln w="10160">
            <a:solidFill>
              <a:srgbClr val="166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69096" y="4160520"/>
            <a:ext cx="306324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E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medir resultado?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Função: ____________________________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85800" y="5733288"/>
            <a:ext cx="109270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mais crítica para evitar erro no modelo e por quê
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3 — Checklist de qualidade dos dados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de qualidade precisam representar bem a realidade do problema.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7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cada critério, escreva como verificar e um exemplo de problema que poderia aparecer no dataset.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920240" cy="411480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2606040" y="2286000"/>
            <a:ext cx="4389120" cy="411480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verificar?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6995160" y="2286000"/>
            <a:ext cx="4434840" cy="411480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erro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1920240" cy="566928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Corretos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2606040" y="2697480"/>
            <a:ext cx="43891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6995160" y="2697480"/>
            <a:ext cx="4434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85800" y="3264408"/>
            <a:ext cx="1920240" cy="566928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2606040" y="3264408"/>
            <a:ext cx="43891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995160" y="3264408"/>
            <a:ext cx="4434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685800" y="3831336"/>
            <a:ext cx="1920240" cy="566928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Consistentes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2606040" y="3831336"/>
            <a:ext cx="43891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6995160" y="3831336"/>
            <a:ext cx="4434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685800" y="4398264"/>
            <a:ext cx="1920240" cy="566928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Relevantes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2606040" y="4398264"/>
            <a:ext cx="43891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6995160" y="4398264"/>
            <a:ext cx="4434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685800" y="4965192"/>
            <a:ext cx="1920240" cy="566928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Representativos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2606040" y="4965192"/>
            <a:ext cx="43891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6995160" y="4965192"/>
            <a:ext cx="4434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685800" y="5715000"/>
            <a:ext cx="107442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 da dupla: sem qualidade nos dados, o modelo pode...
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4 — Caça-erros no 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Encontre problemas antes que eles cheguem ao modelo.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8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1064240" cy="475488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Leia os registros fictícios. Circule ou anote os problemas de qualidade encontrados. Depois escreva a correção sugerida.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731520" cy="39319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325880" y="2148840"/>
            <a:ext cx="1600200" cy="39319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Idade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2926080" y="2148840"/>
            <a:ext cx="1463040" cy="39319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Cidade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4389120" y="2148840"/>
            <a:ext cx="1280160" cy="39319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5669280" y="2148840"/>
            <a:ext cx="1645920" cy="39319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Acesso/mês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315200" y="2148840"/>
            <a:ext cx="1828800" cy="39319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Label: cancela?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9144000" y="2148840"/>
            <a:ext cx="2011680" cy="39319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encontrado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594360" y="2542032"/>
            <a:ext cx="7315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1325880" y="2542032"/>
            <a:ext cx="16002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926080" y="2542032"/>
            <a:ext cx="146304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389120" y="2542032"/>
            <a:ext cx="128016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Básico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669280" y="2542032"/>
            <a:ext cx="16459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7315200" y="2542032"/>
            <a:ext cx="18288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9144000" y="2542032"/>
            <a:ext cx="2011680" cy="429768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594360" y="2971800"/>
            <a:ext cx="7315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1325880" y="2971800"/>
            <a:ext cx="16002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926080" y="2971800"/>
            <a:ext cx="146304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São Paulo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4389120" y="2971800"/>
            <a:ext cx="128016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Básico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669280" y="2971800"/>
            <a:ext cx="16459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7315200" y="2971800"/>
            <a:ext cx="18288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9144000" y="2971800"/>
            <a:ext cx="2011680" cy="429768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594360" y="3401568"/>
            <a:ext cx="7315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1325880" y="3401568"/>
            <a:ext cx="16002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210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2926080" y="3401568"/>
            <a:ext cx="146304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São paulo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4389120" y="3401568"/>
            <a:ext cx="128016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5669280" y="3401568"/>
            <a:ext cx="16459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7315200" y="3401568"/>
            <a:ext cx="18288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9144000" y="3401568"/>
            <a:ext cx="2011680" cy="429768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94360" y="3831336"/>
            <a:ext cx="7315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1325880" y="3831336"/>
            <a:ext cx="16002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926080" y="3831336"/>
            <a:ext cx="146304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4389120" y="3831336"/>
            <a:ext cx="128016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Básico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5669280" y="3831336"/>
            <a:ext cx="16459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7315200" y="3831336"/>
            <a:ext cx="18288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9144000" y="3831336"/>
            <a:ext cx="2011680" cy="429768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594360" y="4261104"/>
            <a:ext cx="7315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1325880" y="4261104"/>
            <a:ext cx="16002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2926080" y="4261104"/>
            <a:ext cx="146304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Rio de Janeiro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4389120" y="4261104"/>
            <a:ext cx="128016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premiun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5669280" y="4261104"/>
            <a:ext cx="16459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7315200" y="4261104"/>
            <a:ext cx="18288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talvez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9144000" y="4261104"/>
            <a:ext cx="2011680" cy="429768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594360" y="4690872"/>
            <a:ext cx="7315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1325880" y="4690872"/>
            <a:ext cx="16002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2926080" y="4690872"/>
            <a:ext cx="146304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RJ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4389120" y="4690872"/>
            <a:ext cx="128016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5669280" y="4690872"/>
            <a:ext cx="16459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7315200" y="4690872"/>
            <a:ext cx="18288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9144000" y="4690872"/>
            <a:ext cx="2011680" cy="429768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860" dirty="0"/>
          </a:p>
        </p:txBody>
      </p:sp>
      <p:sp>
        <p:nvSpPr>
          <p:cNvPr id="55" name="Text 53"/>
          <p:cNvSpPr/>
          <p:nvPr/>
        </p:nvSpPr>
        <p:spPr>
          <a:xfrm>
            <a:off x="594360" y="5321808"/>
            <a:ext cx="32004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Quantidade de problemas encontrados pela dupla
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4069080" y="5321808"/>
            <a:ext cx="33832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problema prejudicaria mais o modelo?
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7726680" y="5321808"/>
            <a:ext cx="36118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quê?
</a:t>
            </a:r>
            <a:endParaRPr lang="en-US" sz="1080" dirty="0"/>
          </a:p>
        </p:txBody>
      </p:sp>
      <p:sp>
        <p:nvSpPr>
          <p:cNvPr id="58" name="Text 56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5 — Plano de limpeza e preparação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 dados brutos em dados prontos para uso.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6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1064240" cy="475488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os erros encontrados no slide anterior. Para cada caso, defina uma ação objetiva de limpeza ou preparação.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3657600" cy="411480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no dado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4343400" y="2240280"/>
            <a:ext cx="3657600" cy="411480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 de limpeza/preparação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8001000" y="2240280"/>
            <a:ext cx="3657600" cy="411480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para evitar repetir o erro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4343400" y="2651760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8001000" y="2651760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85800" y="3182112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343400" y="3182112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8001000" y="3182112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685800" y="3712464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343400" y="3712464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8001000" y="3712464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685800" y="4242816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4343400" y="4242816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8001000" y="4242816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685800" y="4773168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4343400" y="4773168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8001000" y="4773168"/>
            <a:ext cx="36576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685800" y="5440680"/>
            <a:ext cx="109728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padrão escolhido para cidades, categorias e labels
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6 — Defina critérios de labeling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Rótulos precisam ser claros para que pessoas diferentes classifiquem do mesmo jeito.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7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1064240" cy="512064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fictício: classificar comentários de alunos sobre uma aula como positivo, neutro ou negativo. Defina critérios antes de rotular.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3429000" cy="914400"/>
          </a:xfrm>
          <a:prstGeom prst="rect">
            <a:avLst/>
          </a:prstGeom>
          <a:solidFill>
            <a:srgbClr val="F0FFF4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Rótulo POSITIVO: quando usar?
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389120" y="2331720"/>
            <a:ext cx="3429000" cy="914400"/>
          </a:xfrm>
          <a:prstGeom prst="rect">
            <a:avLst/>
          </a:prstGeom>
          <a:solidFill>
            <a:srgbClr val="FFFDF0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Rótulo NEUTRO: quando usar?
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8092440" y="2331720"/>
            <a:ext cx="3429000" cy="914400"/>
          </a:xfrm>
          <a:prstGeom prst="rect">
            <a:avLst/>
          </a:prstGeom>
          <a:solidFill>
            <a:srgbClr val="FFF3F3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Rótulo NEGATIVO: quando usar?
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3429000" cy="777240"/>
          </a:xfrm>
          <a:prstGeom prst="rect">
            <a:avLst/>
          </a:prstGeom>
          <a:solidFill>
            <a:srgbClr val="F0FFF4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comentário positivo
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4389120" y="3657600"/>
            <a:ext cx="3429000" cy="777240"/>
          </a:xfrm>
          <a:prstGeom prst="rect">
            <a:avLst/>
          </a:prstGeom>
          <a:solidFill>
            <a:srgbClr val="FFFDF0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comentário neutro
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8092440" y="3657600"/>
            <a:ext cx="3429000" cy="777240"/>
          </a:xfrm>
          <a:prstGeom prst="rect">
            <a:avLst/>
          </a:prstGeom>
          <a:solidFill>
            <a:srgbClr val="FFF3F3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comentário negativo
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685800" y="4983480"/>
            <a:ext cx="1083564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desempate: o que fazer quando a dupla discorda do rótulo?
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7 — Rotule os exemplos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Aplique os critérios definidos pela dupla.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6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1064240" cy="475488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Escreva POSITIVO, NEUTRO ou NEGATIVO. Se houver dúvida, anote o motivo e ajuste o critério do slide anterior.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548640" cy="384048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34440" y="2194560"/>
            <a:ext cx="6446520" cy="384048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Comentário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80960" y="2194560"/>
            <a:ext cx="1508760" cy="384048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Rótulo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89720" y="2194560"/>
            <a:ext cx="2423160" cy="384048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Dúvida/observação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578608"/>
            <a:ext cx="548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234440" y="2578608"/>
            <a:ext cx="64465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“Entendi o conteúdo e consegui fazer a atividade.”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7680960" y="2578608"/>
            <a:ext cx="1508760" cy="438912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9189720" y="2578608"/>
            <a:ext cx="24231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548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234440" y="3017520"/>
            <a:ext cx="64465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aula foi interessante, mas precisei de mais tempo.”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7680960" y="3017520"/>
            <a:ext cx="1508760" cy="438912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9189720" y="3017520"/>
            <a:ext cx="24231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685800" y="3456432"/>
            <a:ext cx="548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234440" y="3456432"/>
            <a:ext cx="64465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“Não consegui acompanhar a explicação.”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7680960" y="3456432"/>
            <a:ext cx="1508760" cy="438912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9189720" y="3456432"/>
            <a:ext cx="24231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685800" y="3895344"/>
            <a:ext cx="548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234440" y="3895344"/>
            <a:ext cx="64465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“Gostei dos exemplos, porém achei alguns termos difíceis.”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7680960" y="3895344"/>
            <a:ext cx="1508760" cy="438912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9189720" y="3895344"/>
            <a:ext cx="24231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685800" y="4334256"/>
            <a:ext cx="548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234440" y="4334256"/>
            <a:ext cx="64465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atividade prática ajudou bastante.”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7680960" y="4334256"/>
            <a:ext cx="1508760" cy="438912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9189720" y="4334256"/>
            <a:ext cx="24231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685800" y="4773168"/>
            <a:ext cx="548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1234440" y="4773168"/>
            <a:ext cx="64465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“Fiquei perdido e não terminei.”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7680960" y="4773168"/>
            <a:ext cx="1508760" cy="438912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9189720" y="4773168"/>
            <a:ext cx="24231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685800" y="5349240"/>
            <a:ext cx="109270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Comentário mais difícil de rotular e justificativa
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8 — Quando o labeling fica inconsistente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Poucos rótulos errados podem ensinar padrões errados ao modelo.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5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Situação: duas duplas rotularam os mesmos comentários. Em 20% dos casos, os rótulos ficaram diferentes.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3035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Possível causa da diferença entre os rótulos
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6263640" y="2331720"/>
            <a:ext cx="53035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revisar os critérios para reduzir o problema?
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53035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deve fazer a revisão final dos rótulos?
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263640" y="3566160"/>
            <a:ext cx="53035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regra deve ser registrada para a próxima rodada?
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10881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final da dupla: um dataset bem rotulado é importante porque...
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9 — Treino, validação e teste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Dividir os dados evita que o modelo apenas decore exemplos antigos.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5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Você tem 100 registros limpos e rotulados. Divida-os entre treino, validação e teste e explique a função de cada parte.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920240" cy="43891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Conjunto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2697480" y="2331720"/>
            <a:ext cx="1828800" cy="43891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Quantidade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4526280" y="2331720"/>
            <a:ext cx="6400800" cy="438912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 no projeto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777240" y="2770632"/>
            <a:ext cx="1920240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Treino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2697480" y="2770632"/>
            <a:ext cx="1828800" cy="822960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4526280" y="2770632"/>
            <a:ext cx="6400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777240" y="3593592"/>
            <a:ext cx="1920240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2697480" y="3593592"/>
            <a:ext cx="1828800" cy="822960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4526280" y="3593592"/>
            <a:ext cx="6400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777240" y="4416552"/>
            <a:ext cx="1920240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2697480" y="4416552"/>
            <a:ext cx="1828800" cy="822960"/>
          </a:xfrm>
          <a:prstGeom prst="rect">
            <a:avLst/>
          </a:prstGeom>
          <a:solidFill>
            <a:srgbClr val="FFF4D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4526280" y="4416552"/>
            <a:ext cx="6400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10149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o conjunto de teste não deve ser usado para treinar o modelo?
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10 — Risco, viés e justiça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Qualidade não é só corrigir planilha: também é verificar representatividade.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5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Cenário: um modelo de seleção de candidatos foi treinado com currículos antigos. A maioria dos aprovados no histórico era de homens.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25780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risco esse dataset pode gerar no modelo?
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6263640" y="2331720"/>
            <a:ext cx="525780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pode ser a causa do problema?
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525780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dado ou análise ajudaria a identificar o viés?
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263640" y="3611880"/>
            <a:ext cx="525780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ação reduziria o risco antes do treinamento?
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1083564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 ético que a equipe deve registrar no projeto
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11 — Divisão equilibrada da dupla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pipeline só funciona quando as etapas se conectam.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4 min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1064240" cy="502920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Definam quem faz cada parte e como os resultados serão integrados. A entrega final precisa parecer um único trabalho.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657600" cy="411480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Tarefa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4343400" y="2286000"/>
            <a:ext cx="3657600" cy="411480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Responsável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8001000" y="2286000"/>
            <a:ext cx="3657600" cy="411480"/>
          </a:xfrm>
          <a:prstGeom prst="rect">
            <a:avLst/>
          </a:prstGeom>
          <a:solidFill>
            <a:srgbClr val="1666A6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será entregue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657600" cy="658368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problema e dados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4343400" y="2697480"/>
            <a:ext cx="3657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8001000" y="2697480"/>
            <a:ext cx="3657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85800" y="3355848"/>
            <a:ext cx="3657600" cy="658368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problemas de qualidade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343400" y="3355848"/>
            <a:ext cx="3657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8001000" y="3355848"/>
            <a:ext cx="3657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685800" y="4014216"/>
            <a:ext cx="3657600" cy="658368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critérios de labeling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343400" y="4014216"/>
            <a:ext cx="3657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8001000" y="4014216"/>
            <a:ext cx="3657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685800" y="4672584"/>
            <a:ext cx="3657600" cy="658368"/>
          </a:xfrm>
          <a:prstGeom prst="rect">
            <a:avLst/>
          </a:prstGeom>
          <a:solidFill>
            <a:srgbClr val="EFF6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divisão treino/validação/teste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4343400" y="4672584"/>
            <a:ext cx="3657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8001000" y="4672584"/>
            <a:ext cx="3657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685800" y="5559552"/>
            <a:ext cx="10972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Combinado da dupla para revisar o trabalho antes de entregar
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Registro final — O que fica da aula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Preencha antes de entregar ou apresentar para a turma.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23444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Fechamento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972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Uma coisa que aprendi sobre qualidade de dados
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972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Uma coisa que aprendi sobre labeling
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685800" y="3749040"/>
            <a:ext cx="10972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Um cuidado que eu teria antes de treinar um modelo
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85800" y="4754880"/>
            <a:ext cx="109728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B9C9D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Dúvida que ainda ficou
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85800" y="5806440"/>
            <a:ext cx="10972800" cy="347472"/>
          </a:xfrm>
          <a:prstGeom prst="rect">
            <a:avLst/>
          </a:prstGeom>
          <a:solidFill>
            <a:srgbClr val="14324A"/>
          </a:solidFill>
          <a:ln w="10160">
            <a:solidFill>
              <a:srgbClr val="14324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esperada: slides preenchidos com respostas curtas, coerentes e ligadas ao problema escolhido pela dupla.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Gabarito do professor — parte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apenas como apoio. As respostas dos alunos podem variar.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A23B3B"/>
          </a:solidFill>
          <a:ln>
            <a:solidFill>
              <a:srgbClr val="A23B3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Extra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53035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2E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esperado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Coleta → limpeza/preparação → labeling → divisão dos dados → treinamento → avaliação por métricas.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25780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2E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de qualidade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Corretos: sem erros. Completos: sem faltantes importantes. Consistentes: padrões iguais. Relevantes: ligados ao problema. Representativos: não excluem grupos ou situações importantes.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5303520" cy="1965960"/>
          </a:xfrm>
          <a:prstGeom prst="rect">
            <a:avLst/>
          </a:prstGeom>
          <a:solidFill>
            <a:srgbClr val="FFF4D6"/>
          </a:solidFill>
          <a:ln w="10160">
            <a:solidFill>
              <a:srgbClr val="E5D19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 possíveis no dataset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idade vazia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idade impossível: 210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cidade sem padrão: SP, São Paulo, São paulo, RJ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registro duplicado: ID 1 e 4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categoria digitada errado: premiun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label inválido: talvez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acesso negativo: -5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6263640" y="3246120"/>
            <a:ext cx="52578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2E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Ações de limpeza esperadas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Remover/corrigir duplicidades, tratar valores ausentes, padronizar cidades e categorias, validar faixas numéricas, revisar labels e registrar regras para entrada de dados.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85800" y="5623560"/>
            <a:ext cx="10835640" cy="502920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central: o modelo aprende exatamente com os dados que recebe. Se os dados forem ruins, o resultado tende a ser ruim mesmo com um algoritmo moderno.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Gabarito do professor — parte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6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Apoio para discussão e correção rápida.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" cy="292608"/>
          </a:xfrm>
          <a:prstGeom prst="rect">
            <a:avLst/>
          </a:prstGeom>
          <a:solidFill>
            <a:srgbClr val="A23B3B"/>
          </a:solidFill>
          <a:ln>
            <a:solidFill>
              <a:srgbClr val="A23B3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Extra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53035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2E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Labeling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precisam ser objetivos. Ex.: positivo quando há satisfação clara; negativo quando há dificuldade/reprovação clara; neutro quando há mistura de elogio e crítica ou comentário pouco conclusivo.</a:t>
            </a:r>
            <a:endParaRPr lang="en-US" sz="117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257800" cy="1051560"/>
          </a:xfrm>
          <a:prstGeom prst="rect">
            <a:avLst/>
          </a:prstGeom>
          <a:solidFill>
            <a:srgbClr val="FFF4D6"/>
          </a:solidFill>
          <a:ln w="10160">
            <a:solidFill>
              <a:srgbClr val="E5D19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Rótulos possíveis dos exemplos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positivo • 2 neutro • 3 negativo • 4 neutro • 5 positivo • 6 negativo.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Aceitar variações quando o aluno justificar com critério consistente.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53035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2E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Divisão dos dados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divisão simples para 100 registros: 70 treino, 15 validação e 15 teste. O teste deve simular dados novos; por isso não entra no treinamento.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263640" y="3108960"/>
            <a:ext cx="52578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2EC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Viés no exemplo de seleção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Risco: favorecer candidatos masculinos. Causa: histórico pouco representativo. Ação: revisar amostra, analisar distribuição, balancear dados quando adequado e validar critérios com cuidado.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10835640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C5D8F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de avaliação da atividade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problema definido; 2) dados coerentes; 3) problemas de qualidade identificados; 4) critérios de labeling claros; 5) divisão treino/validação/teste compreendida; 6) dupla trabalhou com divisão equilibrada.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SISANO2C6B3S16A2 • Conjunto de dados: qualidade e labeling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Educação Profissional Paulista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Conjunto de dados – Qualidade e labeling</dc:title>
  <dc:subject>Atividade de preenchimento sobre qualidade de dados e labeling em Machine Learning</dc:subject>
  <dc:creator>OpenAI</dc:creator>
  <cp:lastModifiedBy>OpenAI</cp:lastModifiedBy>
  <cp:revision>1</cp:revision>
  <dcterms:created xsi:type="dcterms:W3CDTF">2026-08-10T16:17:46Z</dcterms:created>
  <dcterms:modified xsi:type="dcterms:W3CDTF">2026-08-10T16:17:46Z</dcterms:modified>
</cp:coreProperties>
</file>