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355B"/>
                </a:solidFill>
              </a:rPr>
              <a:t>Recomposição: MVP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13232" y="13716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Análise coletiva de sites e aplicativos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A professora mostra um produto real. A turma reconstrói uma versão mínima, simples e testável.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720840" y="1874520"/>
            <a:ext cx="960120" cy="960120"/>
          </a:xfrm>
          <a:prstGeom prst="ellipse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2008" y="2066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📱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601968" y="29626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Site/App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54112" y="2359152"/>
            <a:ext cx="173736" cy="0"/>
          </a:xfrm>
          <a:prstGeom prst="line">
            <a:avLst/>
          </a:prstGeom>
          <a:noFill/>
          <a:ln w="2159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1874520"/>
            <a:ext cx="960120" cy="9601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2066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882128" y="29626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Cortar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2359152"/>
            <a:ext cx="173736" cy="0"/>
          </a:xfrm>
          <a:prstGeom prst="line">
            <a:avLst/>
          </a:prstGeom>
          <a:noFill/>
          <a:ln w="2159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81160" y="1874520"/>
            <a:ext cx="960120" cy="9601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2328" y="2066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✅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62288" y="29626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MVP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314432" y="2359152"/>
            <a:ext cx="173736" cy="0"/>
          </a:xfrm>
          <a:prstGeom prst="line">
            <a:avLst/>
          </a:prstGeom>
          <a:noFill/>
          <a:ln w="2159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61320" y="1874520"/>
            <a:ext cx="960120" cy="96012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62488" y="2066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👥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442448" y="29626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5B"/>
                </a:solidFill>
              </a:rPr>
              <a:t>Testar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32504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Resultado da aula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6968" y="4389120"/>
            <a:ext cx="45811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Um roteiro preenchido no slide + um MVP redesenhado pela turma, sem apresentação oral.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3886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4032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Regra central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81928" y="4389120"/>
            <a:ext cx="49926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MVP não é o produto completo. É a menor versão possível para testar se a ideia resolve o problema principal.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atividade vai funcionar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Todos analisam o mesmo site/app que aparecer na tela.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141732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1563624"/>
            <a:ext cx="9518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Observar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18488" y="1920240"/>
            <a:ext cx="951890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Ver o produto atual sem sair clicando em tudo.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42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17320" y="237744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2523744"/>
            <a:ext cx="9518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Encontrar o problema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18488" y="2880360"/>
            <a:ext cx="951890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 que atrapalha o usuário? O que está sobrando?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333756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18488" y="3483864"/>
            <a:ext cx="9518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Escolher o essencial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18488" y="3840480"/>
            <a:ext cx="951890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Definir o que entra no MVP e o que fica para depois.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462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17320" y="429768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4443984"/>
            <a:ext cx="9518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Redesenhar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618488" y="4800600"/>
            <a:ext cx="951890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Montar o fluxo e as telas mínimas no slide.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5504688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DFF1FF"/>
          </a:solidFill>
          <a:ln w="15240">
            <a:solidFill>
              <a:srgbClr val="1D70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5650992"/>
            <a:ext cx="9656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O que será entregue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207008" y="6007608"/>
            <a:ext cx="9656064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Um MVP construído coletivamente no PowerPoint: problema, público, funcionalidades essenciais, telas e teste.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Identificação do produto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Preencher depois de observar o site/app mostrado.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807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Produto analisado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38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nome do site/app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3807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Usuário principal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063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385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quem usa?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38074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Objetivo real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2880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9385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para que existe?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55B"/>
                </a:solidFill>
              </a:rPr>
              <a:t>Perguntas para guiar a turma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77240" y="3547872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DF2F7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694176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O usuário quer...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4050792"/>
            <a:ext cx="293522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comprar? agendar? aprender? resolver um problema? encontrar uma informação?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34840" y="3547872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DF2F7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694176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A dificuldade é...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6008" y="4050792"/>
            <a:ext cx="293522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muitos passos? excesso de informações? botão escondido? navegação confusa?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3547872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DF2F7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694176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O foco do MVP será...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93608" y="4050792"/>
            <a:ext cx="293522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uma única tarefa principal que precisa funcionar bem na primeira versão.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Diagnóstico do produto atual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Anotar o que existe hoje e separar o que importa.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846320" cy="438912"/>
          </a:xfrm>
          <a:prstGeom prst="rect">
            <a:avLst/>
          </a:prstGeom>
          <a:solidFill>
            <a:srgbClr val="12355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44168"/>
            <a:ext cx="4718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Funcionalidades que existem hoje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234440"/>
            <a:ext cx="1965960" cy="438912"/>
          </a:xfrm>
          <a:prstGeom prst="rect">
            <a:avLst/>
          </a:prstGeom>
          <a:solidFill>
            <a:srgbClr val="1D70B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4688" y="134416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Essencial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1234440"/>
            <a:ext cx="1965960" cy="438912"/>
          </a:xfrm>
          <a:prstGeom prst="rect">
            <a:avLst/>
          </a:prstGeom>
          <a:solidFill>
            <a:srgbClr val="1D70B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0648" y="134416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Importante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72600" y="1234440"/>
            <a:ext cx="2331720" cy="438912"/>
          </a:xfrm>
          <a:prstGeom prst="rect">
            <a:avLst/>
          </a:prstGeom>
          <a:solidFill>
            <a:srgbClr val="1D70B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36608" y="134416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Fica para depois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167335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67335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67335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167335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17627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217627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17627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17627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67919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267919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67919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67919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8211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18211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318211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72600" y="318211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68503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368503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68503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72600" y="368503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18795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418795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418795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72600" y="418795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690872"/>
            <a:ext cx="48463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469087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4690872"/>
            <a:ext cx="19659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72600" y="4690872"/>
            <a:ext cx="23317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5046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76F51"/>
                </a:solidFill>
              </a:rPr>
              <a:t>Critério: se tirar essa função, o produto ainda consegue cumprir a tarefa principal?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O que precisa melhorar?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Escolher poucos problemas, mas problemas reais.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8074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Problema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11810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 que atrapalha o usuário?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214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registrar problema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907792"/>
            <a:ext cx="3063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175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evidência observada no site/app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38074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Problema 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36008" y="1737360"/>
            <a:ext cx="311810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 que está confuso ou sobrando?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214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registrar problema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07792"/>
            <a:ext cx="3063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evidência observada no site/app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12344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138074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Problema 3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85048" y="1737360"/>
            <a:ext cx="311810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Qual passo poderia ser simplificado?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0" y="201168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21214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registrar problema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2907792"/>
            <a:ext cx="3063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0175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evidência observada no site/app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06040" y="54864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</a:rPr>
              <a:t>Escolher 1 problema principal para o MVP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Frase do MVP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 versão mínima precisa ter foco.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</a:rPr>
              <a:t>Nosso MVP será criado para ajudar...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10744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quem é o usuário?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</a:rPr>
              <a:t>...a conseguir...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10744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01568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qual tarefa principal ele precisa realizar?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461772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DFF1FF"/>
          </a:solidFill>
          <a:ln w="1524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8280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2355B"/>
                </a:solidFill>
              </a:rPr>
              <a:t>Exemplo: Nosso MVP ajudará alunos a encontrar rapidamente tarefas e prazos, usando apenas lista de atividades, filtro por data e alerta simples.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Cortar para virar MVP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 primeira versão precisa ser menor que o produto atual.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426464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</a:rPr>
              <a:t>ENTRA NO MVP 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78408" y="1783080"/>
            <a:ext cx="476402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Funções sem as quais a tarefa principal não acontece.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057400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16712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função essencial 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2587752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69748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função essencial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3118104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22783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função essencial 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364845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75818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função essencial 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4178808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28853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função essencial 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28016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426464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261"/>
                </a:solidFill>
              </a:rPr>
              <a:t>FICA PARA DEPOIS ⏳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64808" y="1783080"/>
            <a:ext cx="476402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Recursos legais, mas não necessários para testar a ideia agora.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2057400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16712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recurso futuro 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2587752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9748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recurso futuro 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3118104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22783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recurso futuro 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364845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75818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recurso futuro 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4178808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28853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recurso futuro 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1560" y="5806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</a:rPr>
              <a:t>Pergunta de corte: “Sem isso, o usuário consegue completar a tarefa principal?”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Fluxo do usuário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Desenhar o caminho mais curto para completar a tarefa.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65506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Tela 1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Entrada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69848" y="2011680"/>
            <a:ext cx="1655064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Desenhe aqui a tela mínima.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Botões principais: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3017520" y="2926080"/>
            <a:ext cx="594360" cy="0"/>
          </a:xfrm>
          <a:prstGeom prst="line">
            <a:avLst/>
          </a:prstGeom>
          <a:noFill/>
          <a:ln w="27940">
            <a:solidFill>
              <a:srgbClr val="1D70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150876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165506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Tela 2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Ação principal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04488" y="2011680"/>
            <a:ext cx="1655064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Desenhe aqui a tela mínima.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Botões principais: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852160" y="2926080"/>
            <a:ext cx="594360" cy="0"/>
          </a:xfrm>
          <a:prstGeom prst="line">
            <a:avLst/>
          </a:prstGeom>
          <a:noFill/>
          <a:ln w="27940">
            <a:solidFill>
              <a:srgbClr val="1D70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150876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165506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Tela 3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Confirmação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39128" y="2011680"/>
            <a:ext cx="1655064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Desenhe aqui a tela mínima.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Botões principais: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686800" y="2926080"/>
            <a:ext cx="594360" cy="0"/>
          </a:xfrm>
          <a:prstGeom prst="line">
            <a:avLst/>
          </a:prstGeom>
          <a:noFill/>
          <a:ln w="27940">
            <a:solidFill>
              <a:srgbClr val="1D70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150876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3768" y="165506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Tela 4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Resultado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573768" y="2011680"/>
            <a:ext cx="1655064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Desenhe aqui a tela mínima.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Botões principais: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• ________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960120" y="5074920"/>
            <a:ext cx="10195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184648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Fluxo resumido: Entrar → ________ → ________ → Finalizar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7) Teste do MVP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Um MVP só faz sentido se puder ser testado com usuários.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42646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Quem testa?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78408" y="1783080"/>
            <a:ext cx="2980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Definir o usuário real que testaria primeiro.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67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ex.: 5 alunos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28016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42646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Tarefa do teste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36008" y="1783080"/>
            <a:ext cx="2980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 que essa pessoa precisa conseguir fazer?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67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ex.: encontrar uma tarefa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28016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B8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42646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55B"/>
                </a:solidFill>
              </a:rPr>
              <a:t>Critério de sucesso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93608" y="1783080"/>
            <a:ext cx="2980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Como saber se funcionou?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205740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167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ex.: sem ajuda em 2 minutos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</a:rPr>
              <a:t>Feedback esperado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68680" y="425196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36168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O usuário disse que...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8920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0176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O usuário teve dificuldade em...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</a:rPr>
              <a:t>Melhoria para a próxima versão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92240" y="425196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3616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Na próxima versão vamos...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48920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5001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9AA"/>
                </a:solidFill>
              </a:rPr>
              <a:t>O recurso que pode entrar depois é...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Fechamento: MVP da turma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Completar no final da análise coletiva.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0561320" cy="1097280"/>
          </a:xfrm>
          <a:prstGeom prst="roundRect">
            <a:avLst>
              <a:gd name="adj" fmla="val 8333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8191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Nosso MVP resolve __________ para __________ usando apenas __________.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10058400" cy="530352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8986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355B"/>
                </a:solidFill>
              </a:rPr>
              <a:t>Problema principal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160520" y="28986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____________________________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005840" y="3410712"/>
            <a:ext cx="10058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5661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355B"/>
                </a:solidFill>
              </a:rPr>
              <a:t>Usuário principal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160520" y="356616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____________________________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005840" y="4078224"/>
            <a:ext cx="10058400" cy="530352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233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355B"/>
                </a:solidFill>
              </a:rPr>
              <a:t>3 funções essenciais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160520" y="4233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1) ______  2) ______  3) ______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005840" y="4745736"/>
            <a:ext cx="10058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9011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355B"/>
                </a:solidFill>
              </a:rPr>
              <a:t>Telas mínimas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160520" y="4901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Entrada → ______ → ______ → Resultado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005840" y="5413248"/>
            <a:ext cx="10058400" cy="530352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55686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355B"/>
                </a:solidFill>
              </a:rPr>
              <a:t>Como testar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160520" y="556869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Usuário tenta: ______________________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MVP • recomposição coletiva •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Recomposição MVP - Construção coletiva</dc:title>
  <dc:subject>Atividade de recomposição sobre MVP</dc:subject>
  <dc:creator>OpenAI</dc:creator>
  <cp:lastModifiedBy>OpenAI</cp:lastModifiedBy>
  <cp:revision>1</cp:revision>
  <dcterms:created xsi:type="dcterms:W3CDTF">2026-09-28T13:01:51Z</dcterms:created>
  <dcterms:modified xsi:type="dcterms:W3CDTF">2026-09-28T13:01:51Z</dcterms:modified>
</cp:coreProperties>
</file>