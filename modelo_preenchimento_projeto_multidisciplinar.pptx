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preenchível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Produtos tecnológicos absurdos com IA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37960" y="1828800"/>
            <a:ext cx="4572000" cy="3063240"/>
          </a:xfrm>
          <a:prstGeom prst="roundRect">
            <a:avLst>
              <a:gd name="adj" fmla="val 2388"/>
            </a:avLst>
          </a:prstGeom>
          <a:solidFill>
            <a:srgbClr val="F1F5F9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32506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IMAGEM PRINCIPAL DO PRODUTO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Nome do projeto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340864"/>
            <a:ext cx="50292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80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Grupo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300984"/>
            <a:ext cx="50292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40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Integrantes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4261104"/>
            <a:ext cx="50292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99432"/>
            <a:ext cx="50292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937760"/>
            <a:ext cx="50292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532120"/>
            <a:ext cx="6035040" cy="256032"/>
          </a:xfrm>
          <a:prstGeom prst="roundRect">
            <a:avLst>
              <a:gd name="adj" fmla="val 42857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5582412"/>
            <a:ext cx="5888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ENTREGA FINAL: apresentação + protótipo conceitual + planejamento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Roteiro do projeto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Preencher os slides em equipe. Cada decisão precisa ser justificada.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1344168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401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325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Iniciação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344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problema, justificativa, objetivo, público e stakeholders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002536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985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19842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Planejamento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00253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escopo, requisitos, MVP, entregáveis e cronograma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660904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7569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6426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Viabilidade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6609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recursos, custos, riscos, ética e segurança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31927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152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3009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Execução simulada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3192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kanban, tarefas, decisões e ajustes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97764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736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17320" y="3959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Entrega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39776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protótipo, apresentação, critérios de sucesso e conclusão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5074920"/>
            <a:ext cx="10652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184648"/>
            <a:ext cx="10378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Regra do jogo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55321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ideia pode ser absurda, mas o projeto precisa parecer real: público definido, problema claro, MVP possível, riscos mapeados e apresentação convincente.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Ficha inicial do projeto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a escolha do grupo antes de começar o planejamento.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Produto escolhido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719072"/>
            <a:ext cx="51663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Categoria do produto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719072"/>
            <a:ext cx="4754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31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Descrição rápida do produto em uma frase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724912"/>
            <a:ext cx="10378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63240"/>
            <a:ext cx="10378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307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 problema ele promete resolver?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123944"/>
            <a:ext cx="10378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462272"/>
            <a:ext cx="10378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800600"/>
            <a:ext cx="10378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498348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53538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 / RASCUNHO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5074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Nome provisório do produto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5468112"/>
            <a:ext cx="60350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Termo de abertura do projeto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oficial que autoriza a ideia do grupo.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154680" cy="1874520"/>
          </a:xfrm>
          <a:prstGeom prst="roundRect">
            <a:avLst>
              <a:gd name="adj" fmla="val 3415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Justificativa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28803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221992"/>
            <a:ext cx="28803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569464"/>
            <a:ext cx="28803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325880"/>
            <a:ext cx="3154680" cy="1874520"/>
          </a:xfrm>
          <a:prstGeom prst="roundRect">
            <a:avLst>
              <a:gd name="adj" fmla="val 3415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4356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 principal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1874520"/>
            <a:ext cx="28803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221992"/>
            <a:ext cx="28803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569464"/>
            <a:ext cx="28803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1325880"/>
            <a:ext cx="3154680" cy="1874520"/>
          </a:xfrm>
          <a:prstGeom prst="roundRect">
            <a:avLst>
              <a:gd name="adj" fmla="val 3415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4356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Produto final esperado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1874520"/>
            <a:ext cx="28803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2221992"/>
            <a:ext cx="28803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2569464"/>
            <a:ext cx="28803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611880"/>
            <a:ext cx="50292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721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Patrocinador / cliente fictício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16052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507992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611880"/>
            <a:ext cx="48006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72160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Responsável pelo projeto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160520"/>
            <a:ext cx="44805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4507992"/>
            <a:ext cx="44805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166360"/>
            <a:ext cx="102870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276088"/>
            <a:ext cx="10012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da autorização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" y="5641848"/>
            <a:ext cx="100126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Problema, oportunidade e contexto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Explicar por que esse produto deveria existir.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074920" cy="16002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Problema atual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9456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51460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325880"/>
            <a:ext cx="5074920" cy="16002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Oportunidade criada pelo produto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51460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291840"/>
            <a:ext cx="5074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0156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sofre com esse problema?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84048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16052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48056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291840"/>
            <a:ext cx="5074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40156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que uma solução comum não resolve?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84048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16052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448056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257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Frase de impacto do problema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5650992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Objetivos do projeto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Usar o modelo SMART: específico, mensurável, alcançável, relevante e temporal.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 geral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618488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947672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 específico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670048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90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 específico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474720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95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 específico 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279392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5074920"/>
            <a:ext cx="10469880" cy="822960"/>
          </a:xfrm>
          <a:prstGeom prst="roundRect">
            <a:avLst>
              <a:gd name="adj" fmla="val 7778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8464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saberemos que o projeto deu certo?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559552"/>
            <a:ext cx="101498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 Público-alvo e persona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quem usaria, compraria ou seria impactado pelo produto.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280160"/>
            <a:ext cx="5120640" cy="128016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898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Público-alvo principal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48006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57984"/>
            <a:ext cx="48006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280160"/>
            <a:ext cx="4937760" cy="128016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3898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Público secundário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46177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57984"/>
            <a:ext cx="46177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971800"/>
            <a:ext cx="104241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81528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 do usuário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554480" y="3675888"/>
            <a:ext cx="18288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Idade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675888"/>
            <a:ext cx="10058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Rotina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3675888"/>
            <a:ext cx="43891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160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Necessidade principal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88920" y="4315968"/>
            <a:ext cx="79095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626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Frustração / dor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14600" y="4782312"/>
            <a:ext cx="8183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0" y="5166360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53858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 / AVATAR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 Stakeholders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Mapear pessoas ou grupos que influenciam ou são impactados pelo projeto.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Stakeholder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20440" y="1234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Interesse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55080" y="1234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89720" y="1234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Estratégia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1600200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1046988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112264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478024"/>
            <a:ext cx="1046988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624328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990088"/>
            <a:ext cx="1046988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136392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502152"/>
            <a:ext cx="1046988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648456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014216"/>
            <a:ext cx="1046988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160520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526280"/>
            <a:ext cx="1046988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672584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038344"/>
            <a:ext cx="1046988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184648"/>
            <a:ext cx="104698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5550408"/>
            <a:ext cx="1046988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1234440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1234440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15400" y="1234440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Exemplos: usuários, clientes, direção, professores, responsáveis, equipe técnica, fornecedores, sociedade, órgãos reguladores.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 Matriz poder/interesse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Posicionar os stakeholders e definir como lidar com cada um.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143000" y="1325880"/>
            <a:ext cx="9372600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29300" y="1325880"/>
            <a:ext cx="0" cy="438912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520440"/>
            <a:ext cx="93726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12180" y="1554480"/>
            <a:ext cx="4320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Alto poder / Alto interesse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GERENCIAR DE PERTO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1554480"/>
            <a:ext cx="4320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Baixo poder / Alto interesse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 INFORMADO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12180" y="3749040"/>
            <a:ext cx="4320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Alto poder / Baixo interesse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 SATISFEITO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3749040"/>
            <a:ext cx="4320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Baixo poder / Baixo interesse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5870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INTERESSE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16200000">
            <a:off x="320040" y="333756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8. Requisitos e funcionalidades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Separar o que o produto deve fazer e quais limites deve respeitar.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120640" cy="4251960"/>
          </a:xfrm>
          <a:prstGeom prst="roundRect">
            <a:avLst>
              <a:gd name="adj" fmla="val 1505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Requisitos funcionais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92024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322576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24912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127248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529584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93192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34256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736592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325880"/>
            <a:ext cx="5120640" cy="4251960"/>
          </a:xfrm>
          <a:prstGeom prst="roundRect">
            <a:avLst>
              <a:gd name="adj" fmla="val 1505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4356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Requisitos não funcionais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92024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322576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724912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127248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529584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93192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4334256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736592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8978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Funcionais = ações do produto. Não funcionais = segurança, desempenho, privacidade, usabilidade, custo, compatibilidade.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9. Escopo do projeto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claramente o que entra e o que não entra no projeto.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074920" cy="4297680"/>
          </a:xfrm>
          <a:prstGeom prst="roundRect">
            <a:avLst>
              <a:gd name="adj" fmla="val 1489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Dentro do escopo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92024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32257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24912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127248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529584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93192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3425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736592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325880"/>
            <a:ext cx="5074920" cy="4297680"/>
          </a:xfrm>
          <a:prstGeom prst="roundRect">
            <a:avLst>
              <a:gd name="adj" fmla="val 1489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Fora do escopo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32257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724912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127248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529584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93192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33425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4736592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8978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escopo evita que o projeto cresça sem controle. Tudo que não for possível em seis ou sete aulas deve ir para “fora do escopo”.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10. Entregáveis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Listar o que o grupo precisa produzir até a apresentação final.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819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Documento/slide do projeto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 / responsável: ___________________________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992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Imagem ou protótipo visual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 / responsável: ___________________________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4251960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4165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MVP conceitual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800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 / responsável: ___________________________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819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Kanban atualizado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 / responsável: ___________________________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834640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9992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Apresentação final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3832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 / responsável: ___________________________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4251960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4165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Propaganda/argumento de venda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800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 / responsável: ___________________________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 MVP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a versão mínima do produto que já demonstra a ideia principal.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074920" cy="1508760"/>
          </a:xfrm>
          <a:prstGeom prst="roundRect">
            <a:avLst>
              <a:gd name="adj" fmla="val 424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Função principal do MVP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92024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249424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578608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325880"/>
            <a:ext cx="5074920" cy="1508760"/>
          </a:xfrm>
          <a:prstGeom prst="roundRect">
            <a:avLst>
              <a:gd name="adj" fmla="val 424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ficará para versões futuras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92024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249424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578608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246120"/>
            <a:ext cx="50749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5584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o MVP será demonstrado?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379476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23944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453128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24612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86791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DESENHO / PRINT / MOCKUP DO MVP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120640"/>
            <a:ext cx="10607040" cy="685800"/>
          </a:xfrm>
          <a:prstGeom prst="roundRect">
            <a:avLst>
              <a:gd name="adj" fmla="val 9333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230368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Frase do MVP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8680" y="5586984"/>
            <a:ext cx="101955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12. Critérios de aceite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quando o projeto pode ser considerado aprovado.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49040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testar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12280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Responsável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235440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OK?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10424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057400"/>
            <a:ext cx="1042416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212848"/>
            <a:ext cx="10424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624328"/>
            <a:ext cx="1042416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779776"/>
            <a:ext cx="10424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91256"/>
            <a:ext cx="1042416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346704"/>
            <a:ext cx="10424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758184"/>
            <a:ext cx="1042416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913632"/>
            <a:ext cx="10424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325112"/>
            <a:ext cx="1042416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480560"/>
            <a:ext cx="10424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892040"/>
            <a:ext cx="1042416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047488"/>
            <a:ext cx="10424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458968"/>
            <a:ext cx="1042416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0440" y="1234440"/>
            <a:ext cx="0" cy="4526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1234440"/>
            <a:ext cx="0" cy="4526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0" y="1234440"/>
            <a:ext cx="0" cy="4526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8978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Exemplo: “o produto deve explicar sua função em até 30 segundos” ou “o protótipo visual deve mostrar a função principal”.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13. Análise de viabilidade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Avaliar se o projeto faz sentido dentro da simulação.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074920" cy="1508760"/>
          </a:xfrm>
          <a:prstGeom prst="roundRect">
            <a:avLst>
              <a:gd name="adj" fmla="val 424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Viabilidade técnica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7647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 tecnologia seria necessária?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214884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459736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325880"/>
            <a:ext cx="5074920" cy="1508760"/>
          </a:xfrm>
          <a:prstGeom prst="roundRect">
            <a:avLst>
              <a:gd name="adj" fmla="val 4242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Viabilidade econômica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7647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Quanto custaria para criar ou vender?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459736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291840"/>
            <a:ext cx="5074920" cy="1508760"/>
          </a:xfrm>
          <a:prstGeom prst="roundRect">
            <a:avLst>
              <a:gd name="adj" fmla="val 4242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0156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Viabilidade operacional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7307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seria usado no dia a dia?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425696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291840"/>
            <a:ext cx="5074920" cy="1508760"/>
          </a:xfrm>
          <a:prstGeom prst="roundRect">
            <a:avLst>
              <a:gd name="adj" fmla="val 4242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40156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Viabilidade ética/legal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7307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 problemas de privacidade, segurança ou abuso podem surgir?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4114800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4425696"/>
            <a:ext cx="47091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349240"/>
            <a:ext cx="10561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458968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Conclusão da viabilidade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5779008"/>
            <a:ext cx="102412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14. Riscos do projeto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Prever problemas e definir respostas antes da execução.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37560" y="1234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Probabilidade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57800" y="1234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78040" y="1234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Resposta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0" y="1234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Responsável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1627632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057400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212848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642616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798064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227832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383280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813048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968496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398264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553712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983480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138928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568696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63240" y="1234440"/>
            <a:ext cx="0" cy="4663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1234440"/>
            <a:ext cx="0" cy="4663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1234440"/>
            <a:ext cx="0" cy="4663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9680" y="1234440"/>
            <a:ext cx="0" cy="4663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989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 não é problema que já aconteceu. Risco é algo que pode acontecer e atrapalhar o projeto.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15. Recursos necessários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pessoas, materiais, ferramentas e informações necessárias.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074920" cy="1188720"/>
          </a:xfrm>
          <a:prstGeom prst="roundRect">
            <a:avLst>
              <a:gd name="adj" fmla="val 5385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Pessoas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86537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18541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325880"/>
            <a:ext cx="5074920" cy="1188720"/>
          </a:xfrm>
          <a:prstGeom prst="roundRect">
            <a:avLst>
              <a:gd name="adj" fmla="val 5385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digitais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6537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18541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880360"/>
            <a:ext cx="5074920" cy="1188720"/>
          </a:xfrm>
          <a:prstGeom prst="roundRect">
            <a:avLst>
              <a:gd name="adj" fmla="val 5385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99008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Materiais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41985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73989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880360"/>
            <a:ext cx="5074920" cy="1188720"/>
          </a:xfrm>
          <a:prstGeom prst="roundRect">
            <a:avLst>
              <a:gd name="adj" fmla="val 5385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99008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Informações / pesquisas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41985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739896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800600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910328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Principal limitação do grupo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5321808"/>
            <a:ext cx="101955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16. Equipe e papéis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Dividir responsabilidades para evitar que uma pessoa faça tudo.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Gerente do projeto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26080" y="1463040"/>
            <a:ext cx="2926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Responsabilidade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89520" y="1463040"/>
            <a:ext cx="34747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396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Analista / pesquisador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2304288"/>
            <a:ext cx="2926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Responsabilidade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89520" y="2304288"/>
            <a:ext cx="34747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Designer / protótipo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0" y="3145536"/>
            <a:ext cx="2926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80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Responsabilidade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89520" y="3145536"/>
            <a:ext cx="34747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22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0" y="3986784"/>
            <a:ext cx="2926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822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Responsabilidade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3986784"/>
            <a:ext cx="34747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63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Apresentador / vendedor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0" y="4828032"/>
            <a:ext cx="2926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Responsabilidade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89520" y="4828032"/>
            <a:ext cx="34747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596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Regra interna do grupo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5925312"/>
            <a:ext cx="103327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561441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Decidir como o grupo vai resolver atrasos, ausência ou tarefa não entregue.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17. EAP — Estrutura Analítica do Projeto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Quebrar o projeto em partes menores para facilitar a execução.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0" y="1143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77640" y="1417320"/>
            <a:ext cx="2468880" cy="502920"/>
          </a:xfrm>
          <a:prstGeom prst="roundRect">
            <a:avLst>
              <a:gd name="adj" fmla="val 12727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Pesquisa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7432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474720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822192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169664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517136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423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Planejamento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7432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3474720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3822192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4169664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4517136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423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Protótipo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15000" y="27432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3474720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3822192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4169664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4517136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2423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Apresentação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83880" y="27432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474720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3822192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4169664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4517136"/>
            <a:ext cx="17830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6080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Preencher cada coluna com tarefas menores. Exemplo: buscar referência, criar imagem, definir MVP, montar pitch.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18. Cronograma de seis ou sete aulas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Distribuir o que será feito em cada aula.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1704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Aula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11680" y="1170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Atividade principal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360" y="1170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Entrega da aula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0" y="11704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Responsável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17007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1591056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020824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2951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185416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615184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889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2779776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209544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4838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3374136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803904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782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3968496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398264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6725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4562856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992624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2669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5157216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5586984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0" y="1170432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1170432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2520" y="1170432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19. Kanban do grupo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Atualizar durante as aulas para acompanhar o andamento.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423160" cy="4709160"/>
          </a:xfrm>
          <a:prstGeom prst="roundRect">
            <a:avLst>
              <a:gd name="adj" fmla="val 2642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441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fazer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" y="1874520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587752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3300984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4014216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4727448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234440"/>
            <a:ext cx="2423160" cy="4709160"/>
          </a:xfrm>
          <a:prstGeom prst="roundRect">
            <a:avLst>
              <a:gd name="adj" fmla="val 264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3441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Fazendo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39312" y="1874520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39312" y="2587752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39312" y="3300984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9312" y="4014216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9312" y="4727448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1234440"/>
            <a:ext cx="2423160" cy="4709160"/>
          </a:xfrm>
          <a:prstGeom prst="roundRect">
            <a:avLst>
              <a:gd name="adj" fmla="val 2642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3441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Revisando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28232" y="1874520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8232" y="2587752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3300984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8232" y="4014216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28232" y="4727448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0" y="1234440"/>
            <a:ext cx="2423160" cy="4709160"/>
          </a:xfrm>
          <a:prstGeom prst="roundRect">
            <a:avLst>
              <a:gd name="adj" fmla="val 2642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13441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Concluído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17152" y="1874520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17152" y="2587752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17152" y="3300984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17152" y="4014216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17152" y="4727448"/>
            <a:ext cx="208483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60807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Sugestão: cada tarefa deve ter responsável e prazo. Mover os cartões conforme o grupo avança.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20. Orçamento fictício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Estimar custos de criação, divulgação e manutenção do produto.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0" y="1234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 de custo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0" y="1234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 estimado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0" y="1234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Justificativa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1627632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039112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194560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606040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761488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72968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328416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739896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895344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306824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462272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873752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029200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440680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9080" y="1234440"/>
            <a:ext cx="0" cy="4526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1234440"/>
            <a:ext cx="0" cy="4526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15400" y="1234440"/>
            <a:ext cx="0" cy="4526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623560"/>
            <a:ext cx="5120640" cy="475488"/>
          </a:xfrm>
          <a:prstGeom prst="roundRect">
            <a:avLst>
              <a:gd name="adj" fmla="val 13462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7332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 fictício do produto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5852160"/>
            <a:ext cx="2560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5623560"/>
            <a:ext cx="5074920" cy="475488"/>
          </a:xfrm>
          <a:prstGeom prst="roundRect">
            <a:avLst>
              <a:gd name="adj" fmla="val 1346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573328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de receita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21040" y="5852160"/>
            <a:ext cx="2560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21. Protótipo visual e imagens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Reservado para colar imagens geradas por IA, rascunhos ou mockups.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28016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1F5F9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3421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IMAGEM REALISTA DO PRODUTO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1F5F9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5341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EMBALAGEM / ANÚNCIO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6576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1F5F9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53085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TELA / FUNCIONAMENTO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5989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imagem precisa combinar com a descrição do produto e ajudar a explicar a ideia.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22. Plano de comunicação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como o grupo apresentará informações para cada stakeholder.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Stakeholder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54680" y="1234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comunicar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06440" y="1234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58200" y="1234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Frequência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1627632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039112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194560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606040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761488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72968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328416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739896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895344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306824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462272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873752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029200"/>
            <a:ext cx="1056132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440680"/>
            <a:ext cx="1056132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1234440"/>
            <a:ext cx="0" cy="4526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1234440"/>
            <a:ext cx="0" cy="4526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234440"/>
            <a:ext cx="0" cy="4526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8978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de canal: apresentação, cartaz, vídeo, anúncio, protótipo, relatório ou conversa direta.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23. Indicadores de sucesso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Escolher como o grupo mediria o sucesso do projeto fictício.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074920" cy="1097280"/>
          </a:xfrm>
          <a:prstGeom prst="roundRect">
            <a:avLst>
              <a:gd name="adj" fmla="val 5833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87452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19456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325880"/>
            <a:ext cx="5074920" cy="1097280"/>
          </a:xfrm>
          <a:prstGeom prst="roundRect">
            <a:avLst>
              <a:gd name="adj" fmla="val 5833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43560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7452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19456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788920"/>
            <a:ext cx="5074920" cy="1097280"/>
          </a:xfrm>
          <a:prstGeom prst="roundRect">
            <a:avLst>
              <a:gd name="adj" fmla="val 5833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9864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33756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65760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788920"/>
            <a:ext cx="5074920" cy="1097280"/>
          </a:xfrm>
          <a:prstGeom prst="roundRect">
            <a:avLst>
              <a:gd name="adj" fmla="val 5833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89864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coletaríamos esses dados?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33756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657600"/>
            <a:ext cx="46634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754880"/>
            <a:ext cx="106070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64608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esperado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5257800"/>
            <a:ext cx="101955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24. Pitch final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Estruturar a apresentação do grupo em até cinco minutos.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Qual problema o produto resolve?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03520" y="1399032"/>
            <a:ext cx="56692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933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Como o produto funciona?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0" y="2157984"/>
            <a:ext cx="56692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5234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Quem usaria ou compraria?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0" y="2916936"/>
            <a:ext cx="56692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1129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Qual é o MVP?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0" y="3675888"/>
            <a:ext cx="56692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702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 Quais riscos e limitações existem?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0" y="4434840"/>
            <a:ext cx="56692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92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 Por que esse projeto merece ser aprovado?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0" y="5193792"/>
            <a:ext cx="566928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96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Multidisciplinar • Modelo preenchível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25. Checklist de entrega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Antes de apresentar, conferir se todos os itens estão completos.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22529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Nome do projeto e equipe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947672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3852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Problema, justificativa e objetivo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660904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651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Público-alvo e persona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374136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36499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Stakeholders e matriz poder/interesse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087368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40782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Escopo, requisitos e entregáveis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800600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79145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MVP definido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234440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22529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Viabilidade e riscos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947672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193852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Recursos, papéis e cronograma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2660904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2651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Kanban preenchido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3374136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336499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Protótipo visual / imagens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4087368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40782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Orçamento fictício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4800600"/>
            <a:ext cx="219456" cy="21945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479145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Pitch final organizado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5623560"/>
            <a:ext cx="10332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73328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Observações finais do grupo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0120" y="5989320"/>
            <a:ext cx="996696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Ponto de 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preenchível - Projeto Multidisciplinar</dc:title>
  <dc:subject>Projeto Multidisciplinar - Modelo preenchível</dc:subject>
  <dc:creator>OpenAI</dc:creator>
  <cp:lastModifiedBy>OpenAI</cp:lastModifiedBy>
  <cp:revision>1</cp:revision>
  <dcterms:created xsi:type="dcterms:W3CDTF">2026-08-05T10:38:32Z</dcterms:created>
  <dcterms:modified xsi:type="dcterms:W3CDTF">2026-08-05T10:38:32Z</dcterms:modified>
</cp:coreProperties>
</file>