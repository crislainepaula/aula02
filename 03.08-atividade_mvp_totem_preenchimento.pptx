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pt/resource/116948473/desenvolvimento-do-mv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5029200"/>
            <a:ext cx="1234440" cy="411480"/>
          </a:xfrm>
          <a:prstGeom prst="rect">
            <a:avLst/>
          </a:prstGeom>
          <a:solidFill>
            <a:srgbClr val="EAF7F0"/>
          </a:solidFill>
          <a:ln>
            <a:solidFill>
              <a:srgbClr val="BFE6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749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DE PREENCHIMENTO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MVP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 de Autoatendimento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24505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• Aula 1 e Aula 2 • [PMD]ANO2B3S15A1 / [PMD]ANO2B3S15A2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3767328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89720" y="1417320"/>
            <a:ext cx="150876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4D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preencher a atividade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este arquivo como roteiro de prática em grupo.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502920"/>
            <a:ext cx="2926080" cy="310896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3BB27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DURAÇÃO: 2 AULAS DE 50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38912" cy="438912"/>
          </a:xfrm>
          <a:prstGeom prst="rect">
            <a:avLst/>
          </a:prstGeom>
          <a:solidFill>
            <a:srgbClr val="276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709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Simule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uso do MVP do Totem de Autoatendimento e registra observações.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438912" cy="438912"/>
          </a:xfrm>
          <a:prstGeom prst="rect">
            <a:avLst/>
          </a:prstGeom>
          <a:solidFill>
            <a:srgbClr val="3BB27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41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o Kanban e planeja as melhorias do MVP.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438912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81304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este slide preenchido e enviar a foto do Kanban montado.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663440"/>
            <a:ext cx="10835640" cy="960120"/>
          </a:xfrm>
          <a:prstGeom prst="rect">
            <a:avLst/>
          </a:prstGeom>
          <a:solidFill>
            <a:srgbClr val="EAF2FF"/>
          </a:solidFill>
          <a:ln w="12700">
            <a:solidFill>
              <a:srgbClr val="C5D8F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principal: o MVP não precisa ser completo. Ele precisa testar a função mais importante do totem com o menor esforço possível, para gerar feedback real.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Conceito de MVP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com suas próprias palavras.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MVP?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o que é um Produto Mínimo Viável...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5943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testar antes de criar o produto completo?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 resposta do grupo...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28346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frase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480560"/>
            <a:ext cx="10789920" cy="96012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MVP serve para testar a ideia principal do projeto, observar o comportamento do usuário e descobrir: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as descobertas esperadas...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Problema do Totem de Autoatendimento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 que o projeto pretende resolver.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principal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234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que sofre esse problema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1481328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789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alunos precisam de informações sobre cursos, horários ou atendimento sem depender sempre da secretaria...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do problema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1...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2...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3...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totem ajuda?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a solução proposta pelo grupo...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Usuário e função principal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foco do primeiro teste.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usar o totem?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r>
              <a:rPr lang="en-US" sz="17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Responsáveis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Professores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Funcionários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Visitantes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Outro: ______________________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será a função principal do MVP?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cursos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horários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Solicitar atendimento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Realizar inscrição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mensalidade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Localizar salas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Visualizar avisos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580644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Justifique por que essa função foi escolhida...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Tipo de MVP escolhido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uma opção e justifique.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Concierge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90672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pessoa executa manualmente o serviço para aprender com o usuário.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Mágico de Oz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90672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vê algo automático, mas parte do processo é feita manualmente.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Single Feature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90672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uma funcionalidade principal é testada.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Fumaça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90672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tela, anúncio ou protótipo mede o interesse antes do desenvolvimento.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Duplo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90672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versões são comparadas para decidir qual funciona melhor.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 da escolha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864608"/>
            <a:ext cx="10789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qual tipo combina melhor com o Totem de Autoatendimento do grupo...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Cenário da simulação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uma situação realista de uso do totem.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onde o totem ficará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que fará o teste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 do usuário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57860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200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cenário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0789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cena: onde a pessoa está, o que ela precisa, como ela inicia o atendimento e como o teste termina...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166360"/>
            <a:ext cx="10789920" cy="59436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Dica: não teste muitas coisas ao mesmo tempo. Escolha uma tarefa simples, como consultar um curso ou solicitar atendimento.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Roteiro de interação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o passo a passo que será apresentado.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423160" cy="457200"/>
          </a:xfrm>
          <a:prstGeom prst="rect">
            <a:avLst/>
          </a:prstGeom>
          <a:solidFill>
            <a:srgbClr val="EAF7F0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234440"/>
            <a:ext cx="2423160" cy="457200"/>
          </a:xfrm>
          <a:prstGeom prst="rect">
            <a:avLst/>
          </a:prstGeom>
          <a:solidFill>
            <a:srgbClr val="FFF4E0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52560" y="1234440"/>
            <a:ext cx="2423160" cy="457200"/>
          </a:xfrm>
          <a:prstGeom prst="rect">
            <a:avLst/>
          </a:prstGeom>
          <a:solidFill>
            <a:srgbClr val="F2F0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6400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ou resultado que o totem mostrará ao usuário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10835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Solicitação registrada com sucesso. Aguarde atendimento na secretaria.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44068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Diálogo curto da simulação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779008"/>
            <a:ext cx="10835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uma fala do usuário e uma resposta do sistema ou atendente...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Funções da equipe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Definam quem fará cada parte da apresentação.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457200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580644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integrante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Apresentador do projeto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do totem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228600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do sistema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0" y="278892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Observador da experiência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29184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das anotações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0" y="379476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78440" cy="82296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Observação: se o grupo tiver poucos integrantes, uma pessoa pode assumir mais de uma função.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Ficha de observação do teste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feito pelo observador.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entendeu como começar?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526280" y="114300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Encontrou a função desejada?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366760" y="11430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Precisou de ajuda?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Não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5257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dificuldade apareceu?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42316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parte funcionou bem?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conclusão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67328"/>
            <a:ext cx="3017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77640" y="3520440"/>
            <a:ext cx="3200400" cy="64008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Concluiu o atendimento?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☐ Parcialmente  ☐ Não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observado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376732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 do observador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reações, dúvidas, cliques errados, demora, falas do usuário ou problemas de comunicação...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Feedback do usuário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para quem testou o MVP.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fácil entender as opções?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Muito fácil   ☐ Fácil   ☐ Difícil   ☐ Muito difícil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informações estavam organizadas?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5303520" cy="82296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algum momento ficou sem saber o que fazer?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Não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217920" y="2423160"/>
            <a:ext cx="5074920" cy="82296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usaria esse totem?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Talvez   ☐ Não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melhorar?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feedback do usuário...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3840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 livre do usuário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422392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frase do usuário sobre a experiência...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Insights e melhorias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 observações em decisões para o MVP.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24612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1234440"/>
            <a:ext cx="324612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92440" y="1234440"/>
            <a:ext cx="3246120" cy="411480"/>
          </a:xfrm>
          <a:prstGeom prst="rect">
            <a:avLst/>
          </a:prstGeom>
          <a:solidFill>
            <a:srgbClr val="FFF4E0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4389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melhoria necessária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0744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mudança precisa ser feita primeiro para o totem funcionar melhor?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47548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do grupo para a próxima versão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029200"/>
            <a:ext cx="10744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será ajustado, removido ou adicionado no MVP?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Quadro Kanban do MVP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as tarefas do Totem de Autoatendimento.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578608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FAZER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10712" y="1115568"/>
            <a:ext cx="2578608" cy="457200"/>
          </a:xfrm>
          <a:prstGeom prst="rect">
            <a:avLst/>
          </a:prstGeom>
          <a:solidFill>
            <a:srgbClr val="FFF4E0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10712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0712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115568"/>
            <a:ext cx="2578608" cy="457200"/>
          </a:xfrm>
          <a:prstGeom prst="rect">
            <a:avLst/>
          </a:prstGeom>
          <a:solidFill>
            <a:srgbClr val="F2F0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TESTE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18504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18504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26296" y="1115568"/>
            <a:ext cx="2578608" cy="457200"/>
          </a:xfrm>
          <a:prstGeom prst="rect">
            <a:avLst/>
          </a:prstGeom>
          <a:solidFill>
            <a:srgbClr val="EAF7F0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6296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26296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26296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26296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983480"/>
            <a:ext cx="1110996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C5D8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recomendada: crie pelo menos 8 cartões. Escreva ações objetivas, como “criar tela inicial”, “inserir botão voltar” ou “testar com usuário”.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Priorização das tarefas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Classifique o que é essencial para o MVP funcionar.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457200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49240" y="1143000"/>
            <a:ext cx="274320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92440" y="1143000"/>
            <a:ext cx="33375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Digite a tarefa...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49240" y="15544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2440" y="155448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Digite a tarefa...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205740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Digite a tarefa...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49240" y="25603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92440" y="256032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Digite a tarefa...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49240" y="30632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2440" y="306324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Digite a tarefa...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35661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356616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0690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Digite a tarefa...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49240" y="40690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406908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3291840" cy="68580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 para o teste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34840" y="4892040"/>
            <a:ext cx="3291840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 a experiência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92440" y="4892040"/>
            <a:ext cx="3337560" cy="685800"/>
          </a:xfrm>
          <a:prstGeom prst="rect">
            <a:avLst/>
          </a:prstGeom>
          <a:solidFill>
            <a:srgbClr val="F2F0FF"/>
          </a:solidFill>
          <a:ln w="12700">
            <a:solidFill>
              <a:srgbClr val="D3CD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ficar para depois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Problema inesperado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dois problemas do teste e proponha soluções.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10789920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possíveis: usuário não achou o botão iniciar • letras pequenas • opções confusas • demora na resposta • falta de confirmação • tarefa atrasada no grupo.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1663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6636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69748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solução...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51663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3886200"/>
            <a:ext cx="516636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443484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solução...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Fechamento e entrega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conclusão do grupo.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 com o teste do MVP?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uma conclusão objetiva sobre o teste do Totem de Autoatendimento...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entrega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Roteiro da simulação preenchido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Ficha de observação preenchida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Feedback do usuário registrado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Insights e melhorias definidos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Quadro Kanban preenchido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Foto do Kanban montado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participação foi: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Excelente  ☐ Boa  ☐ Regular  ☐ Preciso melhorar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principal contribuição foi: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5138928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sua contribuição...</a:t>
            </a:r>
            <a:endParaRPr lang="en-US" sz="1150" dirty="0"/>
          </a:p>
        </p:txBody>
      </p:sp>
      <p:sp>
        <p:nvSpPr>
          <p:cNvPr id="13" name="Retângulo 12">
            <a:hlinkClick r:id="rId3"/>
            <a:extLst>
              <a:ext uri="{FF2B5EF4-FFF2-40B4-BE49-F238E27FC236}">
                <a16:creationId xmlns:a16="http://schemas.microsoft.com/office/drawing/2014/main" id="{67452E46-2E03-9D26-9AA4-76325C370BBB}"/>
              </a:ext>
            </a:extLst>
          </p:cNvPr>
          <p:cNvSpPr/>
          <p:nvPr/>
        </p:nvSpPr>
        <p:spPr>
          <a:xfrm>
            <a:off x="685800" y="5138928"/>
            <a:ext cx="1960418" cy="7772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ATIVIDADE FINAL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AA57262-9CC6-D41C-2451-05DE39CCBA02}"/>
              </a:ext>
            </a:extLst>
          </p:cNvPr>
          <p:cNvSpPr txBox="1"/>
          <p:nvPr/>
        </p:nvSpPr>
        <p:spPr>
          <a:xfrm>
            <a:off x="2167544" y="6010394"/>
            <a:ext cx="7782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https://wordwall.net/pt/resource/116948473/desenvolvimento-do-mvp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1441</Words>
  <Application>Microsoft Office PowerPoint</Application>
  <PresentationFormat>Widescreen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MVP – Parte 1</dc:title>
  <dc:subject>Atividade PMD MVP</dc:subject>
  <dc:creator>Ponto de Formação</dc:creator>
  <cp:lastModifiedBy>crislaine pacheco</cp:lastModifiedBy>
  <cp:revision>3</cp:revision>
  <dcterms:created xsi:type="dcterms:W3CDTF">2026-08-03T11:38:12Z</dcterms:created>
  <dcterms:modified xsi:type="dcterms:W3CDTF">2026-08-03T12:49:53Z</dcterms:modified>
</cp:coreProperties>
</file>