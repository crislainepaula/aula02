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MULTIDISCIPLINAR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1508760"/>
            <a:ext cx="10287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Projetos fictícios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escolher em grupo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Produtos tecnológicos absurdos movidos por inteligência artificial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74520" y="4069080"/>
            <a:ext cx="8503920" cy="54864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DEE8F7"/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8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grupo deverá escolher uma opção para desenvolver como mini-projeto fictício.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645566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B9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Multidisciplinar  •  opções de projeto  • 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C4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OPÇÕES PRINCIPAIS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53035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Projetos 1 a 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835640" cy="0"/>
          </a:xfrm>
          <a:prstGeom prst="line">
            <a:avLst/>
          </a:prstGeom>
          <a:noFill/>
          <a:ln w="12700">
            <a:solidFill>
              <a:srgbClr val="D7E1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166360" cy="1078992"/>
          </a:xfrm>
          <a:prstGeom prst="rect">
            <a:avLst/>
          </a:prstGeom>
          <a:solidFill>
            <a:srgbClr val="E8F5FF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 Controle Remoto de Pessoas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Dispositivo capaz de diminuir o volume da voz de alguém, pausar conversas, acelerar explicações ou ativar o modo silencioso.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5166360" cy="1078992"/>
          </a:xfrm>
          <a:prstGeom prst="rect">
            <a:avLst/>
          </a:prstGeom>
          <a:solidFill>
            <a:srgbClr val="F0EAFF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 Travesseiro Gravador de Sonhos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Travesseiro com sensores e IA que identifica sonhos e transforma a experiência em vídeo, resumo ou imagem ao acordar.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715768"/>
            <a:ext cx="5166360" cy="1078992"/>
          </a:xfrm>
          <a:prstGeom prst="rect">
            <a:avLst/>
          </a:prstGeom>
          <a:solidFill>
            <a:srgbClr val="ECFDF3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 Espelho Sincerão com IA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Espelho inteligente que avalia roupas, cabelo e aparência, oferecendo opiniões diretas e sugestões de melhoria visual.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55080" y="2715768"/>
            <a:ext cx="5166360" cy="1078992"/>
          </a:xfrm>
          <a:prstGeom prst="rect">
            <a:avLst/>
          </a:prstGeom>
          <a:solidFill>
            <a:srgbClr val="FFF7E0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Mochila Teletransportadora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Mochila que envia materiais escolares e objetos instantaneamente para outro local, com rastreamento e controle de segurança.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" y="645566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B9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Multidisciplinar  •  opções de projeto  •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C4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OPÇÕES PRINCIPAIS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53035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Projetos 5 a 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835640" cy="0"/>
          </a:xfrm>
          <a:prstGeom prst="line">
            <a:avLst/>
          </a:prstGeom>
          <a:noFill/>
          <a:ln w="12700">
            <a:solidFill>
              <a:srgbClr val="D7E1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166360" cy="1078992"/>
          </a:xfrm>
          <a:prstGeom prst="rect">
            <a:avLst/>
          </a:prstGeom>
          <a:solidFill>
            <a:srgbClr val="FFF0F5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 Geladeira que Compra e Cozinha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Geladeira com IA que verifica alimentos, sugere receitas, compra ingredientes faltantes e prepara refeições automaticamente.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5166360" cy="1078992"/>
          </a:xfrm>
          <a:prstGeom prst="rect">
            <a:avLst/>
          </a:prstGeom>
          <a:solidFill>
            <a:srgbClr val="E8F5FF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 Óculos Tradutores de Pensamentos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Óculos capazes de interpretar pensamentos autorizados e transformá-los em frases, áudio ou mensagens visíveis na lente.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715768"/>
            <a:ext cx="5166360" cy="1078992"/>
          </a:xfrm>
          <a:prstGeom prst="rect">
            <a:avLst/>
          </a:prstGeom>
          <a:solidFill>
            <a:srgbClr val="F0EAFF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  Robô Substituto para Dias de Preguiça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Robô que representa o usuário em tarefas simples, aulas, reuniões e compromissos, gerando relatório do que aconteceu.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" y="645566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B9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Multidisciplinar  •  opções de projeto  • 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C4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OPÇÕES EXTRAS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53035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Projetos 8 a 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835640" cy="0"/>
          </a:xfrm>
          <a:prstGeom prst="line">
            <a:avLst/>
          </a:prstGeom>
          <a:noFill/>
          <a:ln w="12700">
            <a:solidFill>
              <a:srgbClr val="D7E1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166360" cy="1078992"/>
          </a:xfrm>
          <a:prstGeom prst="rect">
            <a:avLst/>
          </a:prstGeom>
          <a:solidFill>
            <a:srgbClr val="ECFDF3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  Guarda-chuva Antigravidade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Guarda-chuva tecnológico que faz a pessoa flutuar para escapar da chuva, de poças, enchentes e pequenos obstáculos.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5166360" cy="1078992"/>
          </a:xfrm>
          <a:prstGeom prst="rect">
            <a:avLst/>
          </a:prstGeom>
          <a:solidFill>
            <a:srgbClr val="FFF7E0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  Tênis que Escolhe o Destino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Tênis inteligente que guia os passos do usuário até lugares compatíveis com o humor, a rotina ou o tipo de passeio desejado.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715768"/>
            <a:ext cx="5166360" cy="1078992"/>
          </a:xfrm>
          <a:prstGeom prst="rect">
            <a:avLst/>
          </a:prstGeom>
          <a:solidFill>
            <a:srgbClr val="FFF0F5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 Máquina de Desfazer Vergonha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Aparelho fictício que apaga da memória coletiva os últimos minutos após uma situação constrangedora.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" y="645566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B9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Multidisciplinar  •  opções de projeto  •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C4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OPÇÕES EXTRAS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53035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Projetos 11 a 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10835640" cy="0"/>
          </a:xfrm>
          <a:prstGeom prst="line">
            <a:avLst/>
          </a:prstGeom>
          <a:noFill/>
          <a:ln w="12700">
            <a:solidFill>
              <a:srgbClr val="D7E1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166360" cy="1078992"/>
          </a:xfrm>
          <a:prstGeom prst="rect">
            <a:avLst/>
          </a:prstGeom>
          <a:solidFill>
            <a:srgbClr val="E8F5FF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 Cadeira Teletransportadora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Cadeira futurista que leva a pessoa até outro lugar assim que ela escolhe o destino e confirma a viagem.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355080" y="1417320"/>
            <a:ext cx="5166360" cy="1078992"/>
          </a:xfrm>
          <a:prstGeom prst="rect">
            <a:avLst/>
          </a:prstGeom>
          <a:solidFill>
            <a:srgbClr val="F0EAFF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 Fone Detector de Mentiras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Fone com IA que analisa voz, expressão e comportamento para indicar quando uma pessoa provavelmente está mentindo.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715768"/>
            <a:ext cx="5166360" cy="1078992"/>
          </a:xfrm>
          <a:prstGeom prst="rect">
            <a:avLst/>
          </a:prstGeom>
          <a:solidFill>
            <a:srgbClr val="ECFDF3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 Pulseira que Congela o Tempo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Pulseira capaz de paralisar tudo ao redor por alguns minutos para o usuário resolver atrasos ou escapar de situações difíceis.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355080" y="2715768"/>
            <a:ext cx="5166360" cy="1078992"/>
          </a:xfrm>
          <a:prstGeom prst="rect">
            <a:avLst/>
          </a:prstGeom>
          <a:solidFill>
            <a:srgbClr val="FFF7E0"/>
          </a:solidFill>
          <a:ln w="12700">
            <a:solidFill>
              <a:srgbClr val="DDE7F8">
                <a:alpha val="80000"/>
              </a:srgbClr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  Máquina de Clonar Lanches
</a:t>
            </a:r>
            <a:pPr indent="0" marL="0">
              <a:buNone/>
            </a:pPr>
            <a:r>
              <a:rPr lang="en-US" sz="1680" dirty="0">
                <a:solidFill>
                  <a:srgbClr val="5A6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Máquina que recebe um alimento e cria cópias idênticas, mantendo sabor, aparência e temperatura.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" y="645566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8B9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Multidisciplinar  •  opções de projeto  •  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Ponto de 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Projetos fictícios - Produtos tecnológicos absurdos com IA</dc:title>
  <dc:subject>Opções de projetos fictícios para Projeto Multidisciplinar</dc:subject>
  <dc:creator>OpenAI</dc:creator>
  <cp:lastModifiedBy>OpenAI</cp:lastModifiedBy>
  <cp:revision>1</cp:revision>
  <dcterms:created xsi:type="dcterms:W3CDTF">2026-08-05T10:04:18Z</dcterms:created>
  <dcterms:modified xsi:type="dcterms:W3CDTF">2026-08-05T10:04:18Z</dcterms:modified>
</cp:coreProperties>
</file>